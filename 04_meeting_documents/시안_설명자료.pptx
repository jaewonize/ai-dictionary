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7db230b144a9e" /><Relationship Type="http://schemas.openxmlformats.org/officeDocument/2006/relationships/extended-properties" Target="/docProps/app.xml" Id="Re559db67a3a44a61" /><Relationship Type="http://schemas.openxmlformats.org/officeDocument/2006/relationships/officeDocument" Target="/ppt/presentation.xml" Id="R622866b1cd68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b2a862633c4c50"/>
  </p:sldMasterIdLst>
  <p:notesMasterIdLst>
    <p:notesMasterId xmlns:r="http://schemas.openxmlformats.org/officeDocument/2006/relationships" r:id="Re779553917e84fe7"/>
  </p:notesMasterIdLst>
  <p:sldIdLst>
    <p:sldId xmlns:r="http://schemas.openxmlformats.org/officeDocument/2006/relationships" id="256" r:id="Rb9d2d22232324c63"/>
    <p:sldId xmlns:r="http://schemas.openxmlformats.org/officeDocument/2006/relationships" id="257" r:id="R5285bd4adbf241d4"/>
    <p:sldId xmlns:r="http://schemas.openxmlformats.org/officeDocument/2006/relationships" id="258" r:id="R43069ee25dca40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f28d0a787e4d58" /><Relationship Type="http://schemas.openxmlformats.org/officeDocument/2006/relationships/slideMaster" Target="/ppt/slideMasters/slideMaster1.xml" Id="R5bb2a862633c4c50" /><Relationship Type="http://schemas.openxmlformats.org/officeDocument/2006/relationships/notesMaster" Target="/ppt/notesMasters/notesMaster1.xml" Id="Re779553917e84fe7" /><Relationship Type="http://schemas.openxmlformats.org/officeDocument/2006/relationships/presProps" Target="/ppt/presProps.xml" Id="R1639e924dc114c88" /><Relationship Type="http://schemas.openxmlformats.org/officeDocument/2006/relationships/tableStyles" Target="/ppt/tableStyles.xml" Id="Rde33aa90ced047df" /><Relationship Type="http://schemas.openxmlformats.org/officeDocument/2006/relationships/slide" Target="/ppt/slides/slide1.xml" Id="Rb9d2d22232324c63" /><Relationship Type="http://schemas.openxmlformats.org/officeDocument/2006/relationships/slide" Target="/ppt/slides/slide2.xml" Id="R5285bd4adbf241d4" /><Relationship Type="http://schemas.openxmlformats.org/officeDocument/2006/relationships/slide" Target="/ppt/slides/slide3.xml" Id="R43069ee25dca40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1a1aac2434f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407212b2684804" /><Relationship Type="http://schemas.openxmlformats.org/officeDocument/2006/relationships/notesMaster" Target="/ppt/notesMasters/notesMaster1.xml" Id="Rd44b161e5b3f4e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b290826654d23" /><Relationship Type="http://schemas.openxmlformats.org/officeDocument/2006/relationships/notesMaster" Target="/ppt/notesMasters/notesMaster1.xml" Id="R63591281de8346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f8cca4373b48b1" /><Relationship Type="http://schemas.openxmlformats.org/officeDocument/2006/relationships/notesMaster" Target="/ppt/notesMasters/notesMaster1.xml" Id="Re2e9d40ef3d846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83bed0c6c46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945398738848e4" /><Relationship Type="http://schemas.openxmlformats.org/officeDocument/2006/relationships/slideLayout" Target="/ppt/slideLayouts/slideLayout1.xml" Id="Rb1009f3baa37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009f3baa37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5e803e9534d4d" /><Relationship Type="http://schemas.openxmlformats.org/officeDocument/2006/relationships/notesSlide" Target="/ppt/notesSlides/notesSlide1.xml" Id="Rcbd6fc24dc3a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46f54535241b0" /><Relationship Type="http://schemas.openxmlformats.org/officeDocument/2006/relationships/notesSlide" Target="/ppt/notesSlides/notesSlide2.xml" Id="Rca8001fff0f141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cf34b24cd45a2" /><Relationship Type="http://schemas.openxmlformats.org/officeDocument/2006/relationships/notesSlide" Target="/ppt/notesSlides/notesSlide3.xml" Id="Re9fe593ded2c40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A13A3-767C-415C-B6B5-AD751A7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200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메인화면 A안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B20C0-F0FE-4DB9-B0D5-BB0609B4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디자인 시안 공유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80323-40B9-4C39-8D62-380CC62E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시안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DE04F-D71A-45BB-B6FA-7F2ABB9F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첫 화면에서 검색을 바로 시작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40414-2D71-4BFE-830C-245E645D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입력 방식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2A0F2-99D8-4050-ACFF-DA5B410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문장 입력과 사진 첨부를 함께 제공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D76A1-70CE-4C62-8414-BAE53437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상세 시안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4DF55-8DA3-4C08-B015-C49FBA1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720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메인화면_시안_A안.pdf 참조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BD5FC-DB7B-454D-9C92-673ABB1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2026.09.11   1 / 3</a:t>
            </a:r>
          </a:p>
        </p:txBody>
      </p:sp>
    </p:spTree>
    <p:extLst>
      <p:ext uri="{BB962C8B-B14F-4D97-AF65-F5344CB8AC3E}">
        <p14:creationId xmlns:p14="http://schemas.microsoft.com/office/powerpoint/2010/main" val="61126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50077-498C-4552-89DB-4891354E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화면 구성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E0D5C-3C44-4D85-A536-0E0658C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최근 검색과 최근 받은 자료를 함께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046E8-05FF-42F8-A0EB-7C33B7B4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상단 검색창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BD1D9-F23A-4AE4-9389-8638AAC5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사용자가 찾고 싶은 내용을 자유롭게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B1B1D-C938-42E4-B149-335E843C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최근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D61EA-CCF0-4FB1-A405-D2C49963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자주 찾는 내용을 다시 입력하지 않고 실행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325FA-89D1-4716-9323-2816A8DA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최근 받은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93311-4444-498E-8183-02AA633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720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공유 시각과 연결된 회의명을 함께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9D524-BCB2-407B-B5B0-C1A44271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2026.09.11   2 / 3</a:t>
            </a:r>
          </a:p>
        </p:txBody>
      </p:sp>
    </p:spTree>
    <p:extLst>
      <p:ext uri="{BB962C8B-B14F-4D97-AF65-F5344CB8AC3E}">
        <p14:creationId xmlns:p14="http://schemas.microsoft.com/office/powerpoint/2010/main" val="86964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27DB2-E3AD-41C1-8174-1141073F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회의 자료 검색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A54B2-0562-48CB-B080-8D4E97EE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지난번 회의 때 받은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FD700-5E5B-414F-AB55-39A9B210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회의 후보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869C2-33FB-4978-8F69-2529651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날짜·회의명·자료 수로 세 회의를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8041-B6D6-400F-9903-7EEA45C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자료 목록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E619F-6B49-4593-BC5C-204C3405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선택한 회의에 연결된 첨부파일만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22359-AA21-4FEA-B85B-911F2970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5947C6"/>
                </a:solidFill>
                <a:latin typeface="Droid Sans Fallback"/>
                <a:ea typeface="Droid Sans Fallback"/>
                <a:cs typeface="Droid Sans Fallback"/>
              </a:rPr>
              <a:t>검토 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E239C-85BF-4581-85E0-F3BAA7E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720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긴 파일명, 형식 구분, 회의 다시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35BAA-34EE-4C66-B599-8EC7CC24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2026.09.11   3 / 3</a:t>
            </a:r>
          </a:p>
        </p:txBody>
      </p:sp>
    </p:spTree>
    <p:extLst>
      <p:ext uri="{BB962C8B-B14F-4D97-AF65-F5344CB8AC3E}">
        <p14:creationId xmlns:p14="http://schemas.microsoft.com/office/powerpoint/2010/main" val="315563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2026-09-29T01:18:24.4540000Z</dcterms:created>
  <dcterms:modified xsi:type="dcterms:W3CDTF">2026-09-29T01:18:24.4540000Z</dcterms:modified>
</coreProperties>
</file>