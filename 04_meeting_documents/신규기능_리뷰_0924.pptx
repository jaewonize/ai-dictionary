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d521b141754149" /><Relationship Type="http://schemas.openxmlformats.org/officeDocument/2006/relationships/extended-properties" Target="/docProps/app.xml" Id="R8445f291a32d46f5" /><Relationship Type="http://schemas.openxmlformats.org/officeDocument/2006/relationships/officeDocument" Target="/ppt/presentation.xml" Id="Rdae8381cb2a041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db367e2f8d4c7d"/>
  </p:sldMasterIdLst>
  <p:notesMasterIdLst>
    <p:notesMasterId xmlns:r="http://schemas.openxmlformats.org/officeDocument/2006/relationships" r:id="R239ff41192844e36"/>
  </p:notesMasterIdLst>
  <p:sldIdLst>
    <p:sldId xmlns:r="http://schemas.openxmlformats.org/officeDocument/2006/relationships" id="256" r:id="Rb06030f6c9ac436a"/>
    <p:sldId xmlns:r="http://schemas.openxmlformats.org/officeDocument/2006/relationships" id="257" r:id="Rf4e0e46487ec4314"/>
    <p:sldId xmlns:r="http://schemas.openxmlformats.org/officeDocument/2006/relationships" id="258" r:id="R0a792840427641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48dc5266a14f60" /><Relationship Type="http://schemas.openxmlformats.org/officeDocument/2006/relationships/slideMaster" Target="/ppt/slideMasters/slideMaster1.xml" Id="R6edb367e2f8d4c7d" /><Relationship Type="http://schemas.openxmlformats.org/officeDocument/2006/relationships/notesMaster" Target="/ppt/notesMasters/notesMaster1.xml" Id="R239ff41192844e36" /><Relationship Type="http://schemas.openxmlformats.org/officeDocument/2006/relationships/presProps" Target="/ppt/presProps.xml" Id="R0642b109fdce48aa" /><Relationship Type="http://schemas.openxmlformats.org/officeDocument/2006/relationships/tableStyles" Target="/ppt/tableStyles.xml" Id="R5598f4b5bd334850" /><Relationship Type="http://schemas.openxmlformats.org/officeDocument/2006/relationships/slide" Target="/ppt/slides/slide1.xml" Id="Rb06030f6c9ac436a" /><Relationship Type="http://schemas.openxmlformats.org/officeDocument/2006/relationships/slide" Target="/ppt/slides/slide2.xml" Id="Rf4e0e46487ec4314" /><Relationship Type="http://schemas.openxmlformats.org/officeDocument/2006/relationships/slide" Target="/ppt/slides/slide3.xml" Id="R0a792840427641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e244dadeeb4e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2359b830914f1f" /><Relationship Type="http://schemas.openxmlformats.org/officeDocument/2006/relationships/notesMaster" Target="/ppt/notesMasters/notesMaster1.xml" Id="R24c200fd9d554a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4cf4efbe244375" /><Relationship Type="http://schemas.openxmlformats.org/officeDocument/2006/relationships/notesMaster" Target="/ppt/notesMasters/notesMaster1.xml" Id="Rc3af1ce758d04c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951b6d02854425" /><Relationship Type="http://schemas.openxmlformats.org/officeDocument/2006/relationships/notesMaster" Target="/ppt/notesMasters/notesMaster1.xml" Id="R8968bcab84e54c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42b5fdf5b945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53d5bf5cb1411f" /><Relationship Type="http://schemas.openxmlformats.org/officeDocument/2006/relationships/slideLayout" Target="/ppt/slideLayouts/slideLayout1.xml" Id="R2abc30fcc85642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bc30fcc85642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8c5a4e63ee4477" /><Relationship Type="http://schemas.openxmlformats.org/officeDocument/2006/relationships/notesSlide" Target="/ppt/notesSlides/notesSlide1.xml" Id="R510cf4426a1540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ab8550d59493b" /><Relationship Type="http://schemas.openxmlformats.org/officeDocument/2006/relationships/notesSlide" Target="/ppt/notesSlides/notesSlide2.xml" Id="R178cc0d699704e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a21c5b7104f92" /><Relationship Type="http://schemas.openxmlformats.org/officeDocument/2006/relationships/notesSlide" Target="/ppt/notesSlides/notesSlide3.xml" Id="Rd1bd3b9473a348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888515-B63F-4E20-88CB-D61377ED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4200" b="1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rPr>
              <a:t>신규 기능 리뷰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D82E2-2E8C-471C-B3C4-766EE258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4748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64748B"/>
                </a:solidFill>
                <a:latin typeface="Droid Sans Fallback"/>
                <a:ea typeface="Droid Sans Fallback"/>
                <a:cs typeface="Droid Sans Fallback"/>
              </a:rPr>
              <a:t>통합 검색 서비스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B51C60-2E3C-429E-9B5E-3DFBEC76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1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rPr>
              <a:t>검토 범위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044574-8329-494E-87E2-572D1440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714625"/>
            <a:ext cx="7381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rPr>
              <a:t>자연어 검색과 사진 첨부 검색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828A8A-98AA-475A-B38F-32D08B19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1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rPr>
              <a:t>핵심 논의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B20387-7595-4A99-AD7F-F87DD260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743325"/>
            <a:ext cx="7381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rPr>
              <a:t>회의 후보 선택 후 관련 자료 제공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0621AF-3CDC-493A-9CE8-C64F86AB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72025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1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rPr>
              <a:t>회의 자료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FCDDBC-F6B7-4D20-9702-10AB1BCE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772025"/>
            <a:ext cx="7381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rPr>
              <a:t>사용성 테스트 요약 · 기능별 일정표 v2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6DFD15-6D59-4FCF-BA65-3FF43380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0">
                <a:solidFill>
                  <a:srgbClr val="64748B"/>
                </a:solidFill>
                <a:latin typeface="Droid Sans Fallback"/>
                <a:ea typeface="Droid Sans Fallback"/>
                <a:cs typeface="Droid Sans Fallback"/>
              </a:rPr>
              <a:t>2026.09.24   1 / 3</a:t>
            </a:r>
          </a:p>
        </p:txBody>
      </p:sp>
    </p:spTree>
    <p:extLst>
      <p:ext uri="{BB962C8B-B14F-4D97-AF65-F5344CB8AC3E}">
        <p14:creationId xmlns:p14="http://schemas.microsoft.com/office/powerpoint/2010/main" val="15230153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829CDD-ED65-4C97-AB16-DF15046D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300" b="1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rPr>
              <a:t>사용성 테스트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37BBD8-9813-4CCB-BB61-CA4E84EF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4748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64748B"/>
                </a:solidFill>
                <a:latin typeface="Droid Sans Fallback"/>
                <a:ea typeface="Droid Sans Fallback"/>
                <a:cs typeface="Droid Sans Fallback"/>
              </a:rPr>
              <a:t>9월 21~22일, 참여자 8명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22E76D-D03B-4910-B050-855526A7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1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rPr>
              <a:t>사진 찾기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AC45E9-A2AB-4C92-9893-640B3645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714625"/>
            <a:ext cx="7381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rPr>
              <a:t>자연어 검색 7명, 사진 첨부 검색 6명 성공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974337-0E5C-49C0-BCA8-FAC9D8FD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1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rPr>
              <a:t>회의 자료 찾기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C7AE8D-E690-4088-B565-6DBBF39E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743325"/>
            <a:ext cx="7381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rPr>
              <a:t>8명 중 5명 성공. 후보 설명이 부족했다.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283919-D876-46C4-BF1C-99519DD4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72025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1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rPr>
              <a:t>개선 항목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AF8796-B95F-4AF3-ADB5-5ADF2B59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772025"/>
            <a:ext cx="7381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rPr>
              <a:t>회의명·날짜·자료 수와 공유 시각 표시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BFF769-1659-469D-A091-C61176CE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0">
                <a:solidFill>
                  <a:srgbClr val="64748B"/>
                </a:solidFill>
                <a:latin typeface="Droid Sans Fallback"/>
                <a:ea typeface="Droid Sans Fallback"/>
                <a:cs typeface="Droid Sans Fallback"/>
              </a:rPr>
              <a:t>2026.09.24   2 / 3</a:t>
            </a:r>
          </a:p>
        </p:txBody>
      </p:sp>
    </p:spTree>
    <p:extLst>
      <p:ext uri="{BB962C8B-B14F-4D97-AF65-F5344CB8AC3E}">
        <p14:creationId xmlns:p14="http://schemas.microsoft.com/office/powerpoint/2010/main" val="8646809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331B6C-9913-4DCD-8495-1BCC6727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300" b="1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rPr>
              <a:t>개발 및 검토 일정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CFD53-F699-4191-A260-6D45BD4E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4748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64748B"/>
                </a:solidFill>
                <a:latin typeface="Droid Sans Fallback"/>
                <a:ea typeface="Droid Sans Fallback"/>
                <a:cs typeface="Droid Sans Fallback"/>
              </a:rPr>
              <a:t>세부 일정은 기능별_일정표_v2.xlsx 참조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A69305-6E29-4503-B425-C6D797B4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1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rPr>
              <a:t>10월 2일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02228F-EF4D-4975-A45A-EE5574D6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714625"/>
            <a:ext cx="7381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rPr>
              <a:t>사진 첨부 검색과 회의 후보 선택 구현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98D2AA-244C-4A64-ADF4-40518536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1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rPr>
              <a:t>10월 8일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356BE-3C0A-42A3-BEDA-650CA894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743325"/>
            <a:ext cx="7381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rPr>
              <a:t>개선안 재검토 후 기능 범위 확정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2BF6FE-7AD8-401B-B5B8-F859D826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72025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1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rPr>
              <a:t>10월 12~16일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4C0DD7-E174-48E1-8842-C2EBDB82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772025"/>
            <a:ext cx="7381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0">
                <a:solidFill>
                  <a:srgbClr val="20334B"/>
                </a:solidFill>
                <a:latin typeface="Droid Sans Fallback"/>
                <a:ea typeface="Droid Sans Fallback"/>
                <a:cs typeface="Droid Sans Fallback"/>
              </a:rPr>
              <a:t>통합 검수와 오류 수정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06EE17-008B-4165-BEC1-2A0C5A5B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0">
                <a:solidFill>
                  <a:srgbClr val="64748B"/>
                </a:solidFill>
                <a:latin typeface="Droid Sans Fallback"/>
                <a:ea typeface="Droid Sans Fallback"/>
                <a:cs typeface="Droid Sans Fallback"/>
              </a:rPr>
              <a:t>2026.09.24   3 / 3</a:t>
            </a:r>
          </a:p>
        </p:txBody>
      </p:sp>
    </p:spTree>
    <p:extLst>
      <p:ext uri="{BB962C8B-B14F-4D97-AF65-F5344CB8AC3E}">
        <p14:creationId xmlns:p14="http://schemas.microsoft.com/office/powerpoint/2010/main" val="2983091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2026-09-29T01:18:21.8390000Z</dcterms:created>
  <dcterms:modified xsi:type="dcterms:W3CDTF">2026-09-29T01:18:21.8390000Z</dcterms:modified>
</coreProperties>
</file>