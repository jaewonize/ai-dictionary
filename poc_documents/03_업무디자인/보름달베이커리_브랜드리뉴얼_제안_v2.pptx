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8B47AC-6B29-4E43-8503-0D12EB4AEB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7D69D54-FA96-42DC-BD6C-B21A7E6E1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A936DD-8010-42CA-8D6F-E280B0DE9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22249-CE35-4A39-92DD-9A45DB56A35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916028-1747-4577-8107-53B022391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10B793-48B9-4CC6-B0C3-19DFC5F0E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3879A-759A-4C5D-A042-209BCD4E4E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102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B1613-9BED-4F5F-BA47-9C6DD3734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1AFDC5-8418-4C0B-B813-3F02BA3CA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00BD67-3A17-461E-B853-CF14A39E1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22249-CE35-4A39-92DD-9A45DB56A35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81554B-CD84-44CB-965D-489DCC13C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957C07-6A85-4C02-AB80-7EA5BFCB5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3879A-759A-4C5D-A042-209BCD4E4E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463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BC338A-90EC-4826-B2C0-7F29F6478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1CDC06-7B32-4E82-BAA5-2CB8CBB28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93C279-7C52-46E3-8452-58DA6A09C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22249-CE35-4A39-92DD-9A45DB56A35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92051E-F25F-4C9D-872E-34EC5AED9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A26EB9-8522-4004-A93A-CC944C8C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3879A-759A-4C5D-A042-209BCD4E4E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2074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E8D66-93F7-4939-B293-C523D1802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AD33F-D564-420F-A413-37C751B293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8CEC22-B3BE-4FF4-8D7F-F0A3A0FBF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FBA39B-A781-497B-A846-51CE0C31E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22249-CE35-4A39-92DD-9A45DB56A35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28C8D2-6AA8-454D-BF29-3687A5368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810794-41E1-410A-B7AB-6078FFB59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3879A-759A-4C5D-A042-209BCD4E4E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784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6B54D0-1DE5-43EF-9E3F-EA41C6E4D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6027B7-FA9F-41CB-84C3-0556E01BC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E6B4CB-142D-4614-B233-9E510413B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97D20AE-32B7-4D9E-B39F-AE9B6A493A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91D408F-8933-49E0-9338-960681525E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F50B0E0-D0F5-4FC6-B952-815179E8E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22249-CE35-4A39-92DD-9A45DB56A35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FF56B8E-051D-4E86-AE3E-28DA23698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52743EC-D955-40EB-BBE5-A345774F3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3879A-759A-4C5D-A042-209BCD4E4E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698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F8602C-DDC7-4AB1-88D1-BB3BE39CA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534819B-E51E-4956-B32A-6BCD455A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22249-CE35-4A39-92DD-9A45DB56A35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9468003-84D1-4E6D-9BE2-9BF97CE48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7FE160-D481-478B-BC5C-D63D54B9B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3879A-759A-4C5D-A042-209BCD4E4E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55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6F9D294-A8E9-4C0F-8C55-8B4432FB6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22249-CE35-4A39-92DD-9A45DB56A35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0622871-0AF7-4FB7-B704-0CA7281EF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9E1F6F-31EC-4A21-A0A0-31DEB01E1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3879A-759A-4C5D-A042-209BCD4E4E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883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A7984-CE86-40AB-9285-D3F72E7EB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1A1585-DD07-4A00-B972-41AF29540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D98EB8-D393-4668-AF9E-6C5BE9CCD7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84D8B0-37CE-4FFE-A71C-0C2EEC2D8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22249-CE35-4A39-92DD-9A45DB56A35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CE08BC-C4C5-45BF-B145-67FF9023D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CAB01A-346F-4E6A-9873-7947A212E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3879A-759A-4C5D-A042-209BCD4E4E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0869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09FB83-DBA4-48B8-8F0C-1931BE4A8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04313C6-93F5-4701-BC5B-40E8C4D2C2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1BF8554-BF79-40C6-93F3-94E3145D9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FA538A-82CC-48F1-9EFF-1203AA32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22249-CE35-4A39-92DD-9A45DB56A35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926190-FF57-4FE7-A196-20A37C109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4CD3DD-B432-4566-82D9-D78A70530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3879A-759A-4C5D-A042-209BCD4E4E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64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555B94-8BA2-48F1-B4E8-64CBB00A2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09F474-B06F-486E-A195-30509619A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C583F-B5C8-4BB2-9E79-6834EF08D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22249-CE35-4A39-92DD-9A45DB56A35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C40496-6857-405B-B829-0E800BC3C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48E71A-5063-4683-BD6C-BA28C3EAA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3879A-759A-4C5D-A042-209BCD4E4E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370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18F7F31-26BE-4749-9B59-4B62A79AB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89E713-3A92-47B3-82B8-07491ADC3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97A1AF-42FA-4345-8A68-3E4DDA62E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22249-CE35-4A39-92DD-9A45DB56A35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E13F44-0A1B-4DCC-B042-0668871D4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B65119-BC03-48B9-98C2-D90AD399C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3879A-759A-4C5D-A042-209BCD4E4E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623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EF4D3A-2458-40EE-BE7F-638D5C867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4D3241-1356-4BA8-8397-9727CD136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25781F-EBD7-4BA7-8A76-07984E93B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22249-CE35-4A39-92DD-9A45DB56A35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653693-6040-4E42-A9ED-7FC12C7B6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A26464-AC5F-40FB-968A-1DD9DF2E2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3879A-759A-4C5D-A042-209BCD4E4E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63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07C5D36-6DB4-429A-9B45-6FDDDD937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82243B-EC59-4FBD-95BF-8D8334D61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D82685-B3B7-4303-8628-E42B441751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22249-CE35-4A39-92DD-9A45DB56A35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84CE7D-5122-4C61-B995-68BB6AA352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4CB1D2-E30F-497A-B07F-496EB7D22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73879A-759A-4C5D-A042-209BCD4E4E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9778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9E6BBA-30AE-48D7-8CC3-06E7B27A15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보름달베이커리 브랜드 리뉴얼 제안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FA75FAC-5EFF-40B1-82C4-0FFDFABC33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2</a:t>
            </a:r>
            <a:r>
              <a:rPr lang="ko-KR" altLang="en-US"/>
              <a:t>차 수정안 </a:t>
            </a:r>
            <a:r>
              <a:rPr lang="en-US" altLang="ko-KR"/>
              <a:t>| </a:t>
            </a:r>
            <a:r>
              <a:rPr lang="ko-KR" altLang="en-US"/>
              <a:t>스튜디오 여백 </a:t>
            </a:r>
            <a:r>
              <a:rPr lang="en-US" altLang="ko-KR"/>
              <a:t>| 2025-03-28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445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6CAE02-F327-4F9F-B596-05CE915CF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</a:t>
            </a:r>
            <a:r>
              <a:rPr lang="ko-KR" altLang="en-US"/>
              <a:t>차 피드백 반영 요약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38B5EB-06A7-4FEF-AA9B-846C8D6E8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간판 시안은 범위에서 제외 </a:t>
            </a:r>
            <a:r>
              <a:rPr lang="en-US" altLang="ko-KR"/>
              <a:t>(</a:t>
            </a:r>
            <a:r>
              <a:rPr lang="ko-KR" altLang="en-US"/>
              <a:t>간판업체 직접 진행</a:t>
            </a:r>
            <a:r>
              <a:rPr lang="en-US" altLang="ko-KR"/>
              <a:t>)</a:t>
            </a:r>
          </a:p>
          <a:p>
            <a:r>
              <a:rPr lang="ko-KR" altLang="en-US"/>
              <a:t>패키지에 보냉백 </a:t>
            </a:r>
            <a:r>
              <a:rPr lang="en-US" altLang="ko-KR"/>
              <a:t>1</a:t>
            </a:r>
            <a:r>
              <a:rPr lang="ko-KR" altLang="en-US"/>
              <a:t>종 추가 요청 반영</a:t>
            </a:r>
          </a:p>
          <a:p>
            <a:r>
              <a:rPr lang="ko-KR" altLang="en-US"/>
              <a:t>가이드 문서는 간략본으로 축소</a:t>
            </a:r>
          </a:p>
        </p:txBody>
      </p:sp>
    </p:spTree>
    <p:extLst>
      <p:ext uri="{BB962C8B-B14F-4D97-AF65-F5344CB8AC3E}">
        <p14:creationId xmlns:p14="http://schemas.microsoft.com/office/powerpoint/2010/main" val="3403224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55CC29-BE81-4DCD-8615-3D9C88051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수정된 작업 범위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C221B4-9F19-479A-B765-167E70CAE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로고 리디자인 및 응용 시스템</a:t>
            </a:r>
          </a:p>
          <a:p>
            <a:r>
              <a:rPr lang="ko-KR" altLang="en-US"/>
              <a:t>패키지 </a:t>
            </a:r>
            <a:r>
              <a:rPr lang="en-US" altLang="ko-KR"/>
              <a:t>4</a:t>
            </a:r>
            <a:r>
              <a:rPr lang="ko-KR" altLang="en-US"/>
              <a:t>종 </a:t>
            </a:r>
            <a:r>
              <a:rPr lang="en-US" altLang="ko-KR"/>
              <a:t>(</a:t>
            </a:r>
            <a:r>
              <a:rPr lang="ko-KR" altLang="en-US"/>
              <a:t>쇼핑백</a:t>
            </a:r>
            <a:r>
              <a:rPr lang="en-US" altLang="ko-KR"/>
              <a:t>, </a:t>
            </a:r>
            <a:r>
              <a:rPr lang="ko-KR" altLang="en-US"/>
              <a:t>케이크박스</a:t>
            </a:r>
            <a:r>
              <a:rPr lang="en-US" altLang="ko-KR"/>
              <a:t>, </a:t>
            </a:r>
            <a:r>
              <a:rPr lang="ko-KR" altLang="en-US"/>
              <a:t>테이크아웃컵</a:t>
            </a:r>
            <a:r>
              <a:rPr lang="en-US" altLang="ko-KR"/>
              <a:t>, </a:t>
            </a:r>
            <a:r>
              <a:rPr lang="ko-KR" altLang="en-US"/>
              <a:t>보냉백</a:t>
            </a:r>
            <a:r>
              <a:rPr lang="en-US" altLang="ko-KR"/>
              <a:t>)</a:t>
            </a:r>
          </a:p>
          <a:p>
            <a:r>
              <a:rPr lang="ko-KR" altLang="en-US"/>
              <a:t>가이드 문서 간략본 </a:t>
            </a:r>
            <a:r>
              <a:rPr lang="en-US" altLang="ko-KR"/>
              <a:t>12p </a:t>
            </a:r>
            <a:r>
              <a:rPr lang="ko-KR" altLang="en-US"/>
              <a:t>내외</a:t>
            </a:r>
          </a:p>
        </p:txBody>
      </p:sp>
    </p:spTree>
    <p:extLst>
      <p:ext uri="{BB962C8B-B14F-4D97-AF65-F5344CB8AC3E}">
        <p14:creationId xmlns:p14="http://schemas.microsoft.com/office/powerpoint/2010/main" val="3740884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C2AE2D-5F3B-4D64-AFA5-F33F6C3F3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로고 방향 재정리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9C1CF3-7AB3-4BD4-9F29-6F9F1C0A7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선정 방향은 </a:t>
            </a:r>
            <a:r>
              <a:rPr lang="en-US" altLang="ko-KR"/>
              <a:t>2</a:t>
            </a:r>
            <a:r>
              <a:rPr lang="ko-KR" altLang="en-US"/>
              <a:t>안 둥근 소문자 워드마크 기준으로 발전</a:t>
            </a:r>
          </a:p>
          <a:p>
            <a:r>
              <a:rPr lang="ko-KR" altLang="en-US"/>
              <a:t>심볼은 달 모티프를 단순 도형으로 축약</a:t>
            </a:r>
          </a:p>
          <a:p>
            <a:r>
              <a:rPr lang="ko-KR" altLang="en-US"/>
              <a:t>가로형과 세로형</a:t>
            </a:r>
            <a:r>
              <a:rPr lang="en-US" altLang="ko-KR"/>
              <a:t>, </a:t>
            </a:r>
            <a:r>
              <a:rPr lang="ko-KR" altLang="en-US"/>
              <a:t>아이콘 </a:t>
            </a:r>
            <a:r>
              <a:rPr lang="en-US" altLang="ko-KR"/>
              <a:t>3</a:t>
            </a:r>
            <a:r>
              <a:rPr lang="ko-KR" altLang="en-US"/>
              <a:t>종 세트 제공</a:t>
            </a:r>
          </a:p>
        </p:txBody>
      </p:sp>
    </p:spTree>
    <p:extLst>
      <p:ext uri="{BB962C8B-B14F-4D97-AF65-F5344CB8AC3E}">
        <p14:creationId xmlns:p14="http://schemas.microsoft.com/office/powerpoint/2010/main" val="490362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5834F-F755-49C0-89E8-1F20CEE2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컬러 팔레트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EB1E69-0927-4DD4-A628-B92374D05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메인</a:t>
            </a:r>
            <a:r>
              <a:rPr lang="en-US" altLang="ko-KR"/>
              <a:t>: </a:t>
            </a:r>
            <a:r>
              <a:rPr lang="ko-KR" altLang="en-US"/>
              <a:t>웜 아이보리와 딥 브라운</a:t>
            </a:r>
          </a:p>
          <a:p>
            <a:r>
              <a:rPr lang="ko-KR" altLang="en-US"/>
              <a:t>서브</a:t>
            </a:r>
            <a:r>
              <a:rPr lang="en-US" altLang="ko-KR"/>
              <a:t>: </a:t>
            </a:r>
            <a:r>
              <a:rPr lang="ko-KR" altLang="en-US"/>
              <a:t>체리 레드는 겨울</a:t>
            </a:r>
            <a:r>
              <a:rPr lang="en-US" altLang="ko-KR"/>
              <a:t>, </a:t>
            </a:r>
            <a:r>
              <a:rPr lang="ko-KR" altLang="en-US"/>
              <a:t>올리브는 여름 한정</a:t>
            </a:r>
          </a:p>
          <a:p>
            <a:r>
              <a:rPr lang="ko-KR" altLang="en-US"/>
              <a:t>보조 그레이 </a:t>
            </a:r>
            <a:r>
              <a:rPr lang="en-US" altLang="ko-KR"/>
              <a:t>2</a:t>
            </a:r>
            <a:r>
              <a:rPr lang="ko-KR" altLang="en-US"/>
              <a:t>단계로 인쇄 비용 절감</a:t>
            </a:r>
          </a:p>
        </p:txBody>
      </p:sp>
    </p:spTree>
    <p:extLst>
      <p:ext uri="{BB962C8B-B14F-4D97-AF65-F5344CB8AC3E}">
        <p14:creationId xmlns:p14="http://schemas.microsoft.com/office/powerpoint/2010/main" val="708185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BFEDDC-B2CA-43E0-8CA0-36067841D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수정 일정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2230DE-E753-408B-B4DF-10A1878F2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킥오프 </a:t>
            </a:r>
            <a:r>
              <a:rPr lang="en-US" altLang="ko-KR"/>
              <a:t>2025-04-07</a:t>
            </a:r>
          </a:p>
          <a:p>
            <a:r>
              <a:rPr lang="en-US" altLang="ko-KR"/>
              <a:t>1</a:t>
            </a:r>
            <a:r>
              <a:rPr lang="ko-KR" altLang="en-US"/>
              <a:t>차 시안 </a:t>
            </a:r>
            <a:r>
              <a:rPr lang="en-US" altLang="ko-KR"/>
              <a:t>2025-04-24</a:t>
            </a:r>
          </a:p>
          <a:p>
            <a:r>
              <a:rPr lang="ko-KR" altLang="en-US"/>
              <a:t>선정 및 보완 </a:t>
            </a:r>
            <a:r>
              <a:rPr lang="en-US" altLang="ko-KR"/>
              <a:t>2025-05-08</a:t>
            </a:r>
          </a:p>
          <a:p>
            <a:r>
              <a:rPr lang="ko-KR" altLang="en-US"/>
              <a:t>최종 납품 </a:t>
            </a:r>
            <a:r>
              <a:rPr lang="en-US" altLang="ko-KR"/>
              <a:t>2025-05-29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3393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98347A-0C55-4CF6-BA95-55D8E82E2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수정 견적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3CECEA-010A-4411-9293-5F3634359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로고 리디자인 </a:t>
            </a:r>
            <a:r>
              <a:rPr lang="en-US" altLang="ko-KR"/>
              <a:t>480</a:t>
            </a:r>
            <a:r>
              <a:rPr lang="ko-KR" altLang="en-US"/>
              <a:t>만원</a:t>
            </a:r>
          </a:p>
          <a:p>
            <a:r>
              <a:rPr lang="ko-KR" altLang="en-US"/>
              <a:t>패키지 </a:t>
            </a:r>
            <a:r>
              <a:rPr lang="en-US" altLang="ko-KR"/>
              <a:t>4</a:t>
            </a:r>
            <a:r>
              <a:rPr lang="ko-KR" altLang="en-US"/>
              <a:t>종 </a:t>
            </a:r>
            <a:r>
              <a:rPr lang="en-US" altLang="ko-KR"/>
              <a:t>400</a:t>
            </a:r>
            <a:r>
              <a:rPr lang="ko-KR" altLang="en-US"/>
              <a:t>만원</a:t>
            </a:r>
          </a:p>
          <a:p>
            <a:r>
              <a:rPr lang="ko-KR" altLang="en-US"/>
              <a:t>가이드 간략본 </a:t>
            </a:r>
            <a:r>
              <a:rPr lang="en-US" altLang="ko-KR"/>
              <a:t>100</a:t>
            </a:r>
            <a:r>
              <a:rPr lang="ko-KR" altLang="en-US"/>
              <a:t>만원</a:t>
            </a:r>
          </a:p>
          <a:p>
            <a:r>
              <a:rPr lang="ko-KR" altLang="en-US"/>
              <a:t>합계 </a:t>
            </a:r>
            <a:r>
              <a:rPr lang="en-US" altLang="ko-KR"/>
              <a:t>980</a:t>
            </a:r>
            <a:r>
              <a:rPr lang="ko-KR" altLang="en-US"/>
              <a:t>만원 </a:t>
            </a:r>
            <a:r>
              <a:rPr lang="en-US" altLang="ko-KR"/>
              <a:t>(</a:t>
            </a:r>
            <a:r>
              <a:rPr lang="ko-KR" altLang="en-US"/>
              <a:t>부가세 별도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521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E06243-DA46-4223-A505-9C1F5A3FB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납품 형식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73F736-AC4F-4237-809C-A8F772E5E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로고</a:t>
            </a:r>
            <a:r>
              <a:rPr lang="en-US" altLang="ko-KR"/>
              <a:t>: AI, PDF, PNG, SVG</a:t>
            </a:r>
          </a:p>
          <a:p>
            <a:r>
              <a:rPr lang="ko-KR" altLang="en-US"/>
              <a:t>패키지</a:t>
            </a:r>
            <a:r>
              <a:rPr lang="en-US" altLang="ko-KR"/>
              <a:t>: </a:t>
            </a:r>
            <a:r>
              <a:rPr lang="ko-KR" altLang="en-US"/>
              <a:t>인쇄용 </a:t>
            </a:r>
            <a:r>
              <a:rPr lang="en-US" altLang="ko-KR"/>
              <a:t>PDF</a:t>
            </a:r>
            <a:r>
              <a:rPr lang="ko-KR" altLang="en-US"/>
              <a:t>와 작업 원본</a:t>
            </a:r>
          </a:p>
          <a:p>
            <a:r>
              <a:rPr lang="ko-KR" altLang="en-US"/>
              <a:t>가이드</a:t>
            </a:r>
            <a:r>
              <a:rPr lang="en-US" altLang="ko-KR"/>
              <a:t>: PDF </a:t>
            </a:r>
            <a:r>
              <a:rPr lang="ko-KR" altLang="en-US"/>
              <a:t>및 인쇄용 파일</a:t>
            </a:r>
          </a:p>
        </p:txBody>
      </p:sp>
    </p:spTree>
    <p:extLst>
      <p:ext uri="{BB962C8B-B14F-4D97-AF65-F5344CB8AC3E}">
        <p14:creationId xmlns:p14="http://schemas.microsoft.com/office/powerpoint/2010/main" val="284437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와이드스크린</PresentationFormat>
  <Paragraphs>32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보름달베이커리 브랜드 리뉴얼 제안</vt:lpstr>
      <vt:lpstr>1차 피드백 반영 요약</vt:lpstr>
      <vt:lpstr>수정된 작업 범위</vt:lpstr>
      <vt:lpstr>로고 방향 재정리</vt:lpstr>
      <vt:lpstr>컬러 팔레트</vt:lpstr>
      <vt:lpstr>수정 일정</vt:lpstr>
      <vt:lpstr>수정 견적</vt:lpstr>
      <vt:lpstr>납품 형식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보름달베이커리 브랜드 리뉴얼 제안</dc:title>
  <dc:creator>정재원/UX Innovation Lab(SR)/삼성전자</dc:creator>
  <cp:lastModifiedBy>정재원/UX Innovation Lab(SR)/삼성전자</cp:lastModifiedBy>
  <cp:revision>1</cp:revision>
  <dcterms:created xsi:type="dcterms:W3CDTF">2026-10-14T07:54:34Z</dcterms:created>
  <dcterms:modified xsi:type="dcterms:W3CDTF">2026-10-14T07:54:34Z</dcterms:modified>
</cp:coreProperties>
</file>