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B6D3D-AF11-4935-80F1-84556C5B1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034C18-830B-49EA-AC13-D03E5A8BE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0F9E9-E835-45AD-8262-5A16CDCD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4D8B4-5BA5-4CE7-B36F-A958A0B4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3442C-B940-44B6-B5DD-C53B4A9F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47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2AD4D-87F7-44DF-ABF5-CE479B051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C5930C-D4F4-4D7A-B4BF-43AF3FD7E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C7F3D6-24F2-451D-8622-AD740977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D0FC3-3E66-46E5-8EE0-E21749E9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F028B-3F50-4003-B1EE-83AA6242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19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7FD15-7FA6-44A9-AA8C-4096EA20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3067D4-FF82-44C6-85DD-946AE6911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FA88CC-FF29-43A3-A175-9BF31AAD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836937-7886-47DF-8AD9-024A7D10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483002-A778-42F7-8F16-91382B12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66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481BD-0D7F-40B4-99A4-2446CA94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F0CB8-8634-4C70-A323-684E0ED0B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19846E-AFF6-4F8E-979F-57487D73F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67E33-4268-49A3-88E4-D8B7B348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77609B-E65C-4C5B-B389-0FC2B8F8A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764A13-AD8D-472F-9C69-8F60C803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03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1DA2A-2C36-4A8A-9184-B8130AA5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EE96B-619C-4140-8A22-CBC5A24CB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1D48FB-CD4E-4D1C-8F0B-A8917C1EC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909AD9-D3ED-4C9C-829B-D06ABFD2B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40F64B-2DBF-4E8E-9F66-7BC63922C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C0E073-E7BA-4A54-9C2E-7307F49E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179D28-D27F-4A25-B738-74EC4532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432B36-DDF6-4EC0-AC11-4ECC1522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60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AD86D-4DD5-42D1-83CA-07B178D3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82E33F-C600-4ED4-ACAC-82A0B83C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37FE6D-CEE6-405A-BE10-C314D555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BEBCA0-6965-4F75-A453-075AD65E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93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27AB55-99DC-413D-886D-7E14714F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3026CC-290D-4F6A-A68F-FAD01174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67013-E756-4DCC-AAD9-DD92F21E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61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08739-1BB6-4A74-9EDB-4DF73C71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D671B7-8754-4BF5-9CB6-F0CD5EC85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EDFFF3-1E19-4342-88C8-8ACE3C4F4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BB6DB1-F24A-4E73-AE5F-D51119F1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8635B9-5408-4975-A479-F690BA592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EA82CA-E2DE-4E12-B9DF-1CBEFCF3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16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7E5D0-9FAB-4B5C-A65F-0412A86D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CC89C2-C6B5-4A58-B5D9-A6EF0CDA2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CC0DCA-F336-4974-89C4-099CFF4F9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38BACA-7E25-470F-BF5B-9C3029A63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EC8652-0688-4E8C-8DE9-E5FBC3DE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6F515E-D827-4CCF-9522-B1D9B4C2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95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C1A51-9D97-4A2F-A19D-CD7EC643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16CB5C-B0D8-41D7-8BA2-3323ADF6E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CAD36D-9CA7-4899-9266-F9FE0F33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C8C024-FCED-4A12-8047-C6BABAEF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AE99E-60AD-46A7-B384-F8D87025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989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D16335-B5A5-4999-BB2F-A11F0F4B9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B382E8-C591-4D41-8FC9-AA7E23FBA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49294F-E994-4A2E-9E6D-4D793A403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BE80B-AE9A-40E7-B513-7F4CB0DD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2A9EAD-7626-4B31-952D-47F69F81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757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C2BA1-E2F8-43A7-B58C-5DBA828E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4239BA-0A12-4768-846E-728DCA6B7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1FC4C-FC00-4A00-B4B5-D8AB579C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CFBF0-CCAE-4EAD-909B-36539360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978516-B3C3-4CBF-A19A-99BC036D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85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519F1F-4927-45F2-B28B-341145BF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752DE6-86F6-4E5F-8245-490C0D26B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A3B7EF-1813-4A89-9EB5-A28860931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8F6B8-98E9-4927-BC96-E0B730711CB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3748E4-C32E-4B4D-B9EB-FCC6F17DE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256D3F-AFE9-404D-A1AA-C8C21A55E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583F1-4785-4FBD-AF6F-860874108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93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EA23C-7508-40B4-9702-ED5351C8B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모래알랩 아이덴티티 킥오프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A3AEAA-9912-4EB8-8D68-69AACFAB37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B2B </a:t>
            </a:r>
            <a:r>
              <a:rPr lang="ko-KR" altLang="en-US"/>
              <a:t>서비스 브랜드 구축 </a:t>
            </a:r>
            <a:r>
              <a:rPr lang="en-US" altLang="ko-KR"/>
              <a:t>| 2026-06-15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49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8F1C1-C6B0-4C67-8E2C-FF550DAF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킥오프 안건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0A977A-2279-47A7-9461-E0C3261D1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브랜드 키워드 합의</a:t>
            </a:r>
          </a:p>
          <a:p>
            <a:r>
              <a:rPr lang="ko-KR" altLang="en-US"/>
              <a:t>경쟁 레퍼런스 공유</a:t>
            </a:r>
          </a:p>
          <a:p>
            <a:r>
              <a:rPr lang="ko-KR" altLang="en-US"/>
              <a:t>의사결정 구조 확인</a:t>
            </a:r>
          </a:p>
          <a:p>
            <a:r>
              <a:rPr lang="ko-KR" altLang="en-US"/>
              <a:t>일정 확정</a:t>
            </a:r>
          </a:p>
        </p:txBody>
      </p:sp>
    </p:spTree>
    <p:extLst>
      <p:ext uri="{BB962C8B-B14F-4D97-AF65-F5344CB8AC3E}">
        <p14:creationId xmlns:p14="http://schemas.microsoft.com/office/powerpoint/2010/main" val="2542001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47FF7-1351-4C05-A123-286703D7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브랜드 키워드 후보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2D6C1-24CB-47E6-8AF4-52F18240D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신뢰</a:t>
            </a:r>
            <a:r>
              <a:rPr lang="en-US" altLang="ko-KR"/>
              <a:t>, </a:t>
            </a:r>
            <a:r>
              <a:rPr lang="ko-KR" altLang="en-US"/>
              <a:t>명료</a:t>
            </a:r>
            <a:r>
              <a:rPr lang="en-US" altLang="ko-KR"/>
              <a:t>, </a:t>
            </a:r>
            <a:r>
              <a:rPr lang="ko-KR" altLang="en-US"/>
              <a:t>꾸준함</a:t>
            </a:r>
          </a:p>
          <a:p>
            <a:r>
              <a:rPr lang="ko-KR" altLang="en-US"/>
              <a:t>기술 과시보다 실무 친화</a:t>
            </a:r>
          </a:p>
          <a:p>
            <a:r>
              <a:rPr lang="ko-KR" altLang="en-US"/>
              <a:t>과한 네온 컬러 지양</a:t>
            </a:r>
          </a:p>
        </p:txBody>
      </p:sp>
    </p:spTree>
    <p:extLst>
      <p:ext uri="{BB962C8B-B14F-4D97-AF65-F5344CB8AC3E}">
        <p14:creationId xmlns:p14="http://schemas.microsoft.com/office/powerpoint/2010/main" val="354792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33628-FD85-4FA7-A9CA-171E08B5E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적용 매체 우선순위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B378E-6964-42F1-B01B-BD5DBD35A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순위</a:t>
            </a:r>
            <a:r>
              <a:rPr lang="en-US" altLang="ko-KR"/>
              <a:t>: </a:t>
            </a:r>
            <a:r>
              <a:rPr lang="ko-KR" altLang="en-US"/>
              <a:t>웹사이트 및 제품 </a:t>
            </a:r>
            <a:r>
              <a:rPr lang="en-US" altLang="ko-KR"/>
              <a:t>UI </a:t>
            </a:r>
            <a:r>
              <a:rPr lang="ko-KR" altLang="en-US"/>
              <a:t>로고</a:t>
            </a:r>
          </a:p>
          <a:p>
            <a:r>
              <a:rPr lang="en-US" altLang="ko-KR"/>
              <a:t>2</a:t>
            </a:r>
            <a:r>
              <a:rPr lang="ko-KR" altLang="en-US"/>
              <a:t>순위</a:t>
            </a:r>
            <a:r>
              <a:rPr lang="en-US" altLang="ko-KR"/>
              <a:t>: </a:t>
            </a:r>
            <a:r>
              <a:rPr lang="ko-KR" altLang="en-US"/>
              <a:t>영업 제안서 템플릿</a:t>
            </a:r>
          </a:p>
          <a:p>
            <a:r>
              <a:rPr lang="en-US" altLang="ko-KR"/>
              <a:t>3</a:t>
            </a:r>
            <a:r>
              <a:rPr lang="ko-KR" altLang="en-US"/>
              <a:t>순위</a:t>
            </a:r>
            <a:r>
              <a:rPr lang="en-US" altLang="ko-KR"/>
              <a:t>: </a:t>
            </a:r>
            <a:r>
              <a:rPr lang="ko-KR" altLang="en-US"/>
              <a:t>전시 부스 및 굿즈</a:t>
            </a:r>
          </a:p>
        </p:txBody>
      </p:sp>
    </p:spTree>
    <p:extLst>
      <p:ext uri="{BB962C8B-B14F-4D97-AF65-F5344CB8AC3E}">
        <p14:creationId xmlns:p14="http://schemas.microsoft.com/office/powerpoint/2010/main" val="115885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FD848-4906-43A2-B824-6009444D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의사결정 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8CAA8D-3D07-4518-B404-4C69495B0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최종 승인은 대표 </a:t>
            </a:r>
            <a:r>
              <a:rPr lang="en-US" altLang="ko-KR"/>
              <a:t>1</a:t>
            </a:r>
            <a:r>
              <a:rPr lang="ko-KR" altLang="en-US"/>
              <a:t>인</a:t>
            </a:r>
          </a:p>
          <a:p>
            <a:r>
              <a:rPr lang="ko-KR" altLang="en-US"/>
              <a:t>실무 창구는 마케팅 담당 </a:t>
            </a:r>
            <a:r>
              <a:rPr lang="en-US" altLang="ko-KR"/>
              <a:t>1</a:t>
            </a:r>
            <a:r>
              <a:rPr lang="ko-KR" altLang="en-US"/>
              <a:t>인</a:t>
            </a:r>
          </a:p>
          <a:p>
            <a:r>
              <a:rPr lang="ko-KR" altLang="en-US"/>
              <a:t>시안 회람은 창구 단일화 요청</a:t>
            </a:r>
          </a:p>
        </p:txBody>
      </p:sp>
    </p:spTree>
    <p:extLst>
      <p:ext uri="{BB962C8B-B14F-4D97-AF65-F5344CB8AC3E}">
        <p14:creationId xmlns:p14="http://schemas.microsoft.com/office/powerpoint/2010/main" val="123215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E55EC-2A61-43B0-A62E-0D9BD02E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일정 초안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06C833-CE48-4270-9E5A-97F0AF0ED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킥오프 </a:t>
            </a:r>
            <a:r>
              <a:rPr lang="en-US" altLang="ko-KR"/>
              <a:t>2026-06-15</a:t>
            </a:r>
          </a:p>
          <a:p>
            <a:r>
              <a:rPr lang="en-US" altLang="ko-KR"/>
              <a:t>1</a:t>
            </a:r>
            <a:r>
              <a:rPr lang="ko-KR" altLang="en-US"/>
              <a:t>차 시안 </a:t>
            </a:r>
            <a:r>
              <a:rPr lang="en-US" altLang="ko-KR"/>
              <a:t>2026-07-03</a:t>
            </a:r>
          </a:p>
          <a:p>
            <a:r>
              <a:rPr lang="ko-KR" altLang="en-US"/>
              <a:t>선정 </a:t>
            </a:r>
            <a:r>
              <a:rPr lang="en-US" altLang="ko-KR"/>
              <a:t>2026-07-17</a:t>
            </a:r>
          </a:p>
          <a:p>
            <a:r>
              <a:rPr lang="ko-KR" altLang="en-US"/>
              <a:t>납품 </a:t>
            </a:r>
            <a:r>
              <a:rPr lang="en-US" altLang="ko-KR"/>
              <a:t>2026-08-14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428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183F9-7605-4B6C-8A90-F0CF82B7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견적 범위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D195-330D-425E-8741-0A4A37EDB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및 기본 시스템 </a:t>
            </a:r>
            <a:r>
              <a:rPr lang="en-US" altLang="ko-KR"/>
              <a:t>520</a:t>
            </a:r>
            <a:r>
              <a:rPr lang="ko-KR" altLang="en-US"/>
              <a:t>만원</a:t>
            </a:r>
          </a:p>
          <a:p>
            <a:r>
              <a:rPr lang="ko-KR" altLang="en-US"/>
              <a:t>제안서 템플릿 </a:t>
            </a:r>
            <a:r>
              <a:rPr lang="en-US" altLang="ko-KR"/>
              <a:t>2</a:t>
            </a:r>
            <a:r>
              <a:rPr lang="ko-KR" altLang="en-US"/>
              <a:t>종 </a:t>
            </a:r>
            <a:r>
              <a:rPr lang="en-US" altLang="ko-KR"/>
              <a:t>180</a:t>
            </a:r>
            <a:r>
              <a:rPr lang="ko-KR" altLang="en-US"/>
              <a:t>만원</a:t>
            </a:r>
          </a:p>
          <a:p>
            <a:r>
              <a:rPr lang="ko-KR" altLang="en-US"/>
              <a:t>합계 </a:t>
            </a:r>
            <a:r>
              <a:rPr lang="en-US" altLang="ko-KR"/>
              <a:t>700</a:t>
            </a:r>
            <a:r>
              <a:rPr lang="ko-KR" altLang="en-US"/>
              <a:t>만원 </a:t>
            </a:r>
            <a:r>
              <a:rPr lang="en-US" altLang="ko-KR"/>
              <a:t>(</a:t>
            </a:r>
            <a:r>
              <a:rPr lang="ko-KR" altLang="en-US"/>
              <a:t>부가세 별도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491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와이드스크린</PresentationFormat>
  <Paragraphs>28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모래알랩 아이덴티티 킥오프</vt:lpstr>
      <vt:lpstr>킥오프 안건</vt:lpstr>
      <vt:lpstr>브랜드 키워드 후보</vt:lpstr>
      <vt:lpstr>적용 매체 우선순위</vt:lpstr>
      <vt:lpstr>의사결정 구조</vt:lpstr>
      <vt:lpstr>일정 초안</vt:lpstr>
      <vt:lpstr>견적 범위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모래알랩 아이덴티티 킥오프</dc:title>
  <dc:creator>정재원/UX Innovation Lab(SR)/삼성전자</dc:creator>
  <cp:lastModifiedBy>정재원/UX Innovation Lab(SR)/삼성전자</cp:lastModifiedBy>
  <cp:revision>1</cp:revision>
  <dcterms:created xsi:type="dcterms:W3CDTF">2026-10-14T07:54:35Z</dcterms:created>
  <dcterms:modified xsi:type="dcterms:W3CDTF">2026-10-14T07:54:35Z</dcterms:modified>
</cp:coreProperties>
</file>