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0CF8B-FE6E-495A-9E5E-0DE9A7C4C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D8EE04-BC98-4C4A-BDC8-3EC73B0CD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69BCD-0D77-4D55-8E8B-B9B9E9066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BF72F-A362-48FB-A5A1-9D7F3D65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11E5B-9BD3-459E-A33B-716E6A17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07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7E26A-F676-43EE-A120-4AD78E72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D78AB-845A-4066-A624-6D0F0014F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926A6-982E-4570-89AD-75581089E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1D21E8-7175-4D44-8B08-BB5D1EB9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B6A4C2-803E-4CC5-AD5F-0BCA4BCF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51FF3-4A06-4403-BDE2-7A949866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594B31-1E8F-4453-8A7A-826A64E86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986E3B-0211-4BFC-96ED-82214E4E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B2D2EB-205F-40A4-A3F8-9F12A453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6EE8FB-6A10-4DFA-B71C-8F2CA72B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89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C48A9-42E2-49BD-ACF0-AEB93E91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B46B2-5FA2-47F0-A3D6-959918341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F9763B-E9E0-40DC-BBC5-10B652804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860B00-3133-47D8-94A3-17875262E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1D926-358F-4FA2-B535-AAD4A9DE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913DBD-E020-4128-B19C-27DF0FB6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91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AAF28-96ED-4504-8931-DE30EC54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4B793D-0200-4C39-B24A-5320DA395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8F8594-1D02-435D-9F47-99CB8D5D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679BB9-7C36-4602-9285-82E58D819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EC0335-E518-4C42-9865-1EE57715F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CD7CE4-797B-4E46-B618-89210C23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853582-F039-48BB-BADB-A6BB5C06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F81EE7-2272-4ECB-9408-691B9363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15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DF765-3175-460C-BB51-4BC5CFD9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9C9244-2D34-40DB-AD78-A65A4ADD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13B32E-4BCE-42E7-B537-8194E4F1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BA04F7-A80A-4625-AE5B-CFFBFF98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96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69995E-65FE-4FF6-B8AC-1AA114CE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9DF947-4EDB-4772-86B2-2BA7A5CE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C926A5-88A3-4B3A-959B-017C49B8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770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E7184-9751-43F3-8123-90E4D4CB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1AC0BD-1D18-459D-9D75-0E263FF3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215C2E-2323-456D-9247-046C809BE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7FBE7B-46C1-4149-B589-B9BA4242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743723-16A7-4988-A139-3FDF99C4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95CD7A-A090-4F49-B34E-FE39400B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56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54262-E5AD-41AC-889F-BA1E1D2D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C03496-928F-4F01-837C-DC5B4AAF7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CD4409-0613-4A6F-BAE8-927502D43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72D5BC-1A86-4113-87BF-FDC8783C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691505-BE93-4FD6-ADCC-67EEF9C3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90F33E-C39E-47F5-AEAE-434D7312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34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34880-3352-4C08-9100-985A5A5F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13B4ED-1ADC-466B-935C-48CB6AD3E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42C4F-6279-42FD-8530-A8AC59C5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B84644-834B-434C-AFEA-678E2938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E2A55-F629-4471-947C-2F572819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2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A6D433-FE15-4532-A519-5F854DB85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360B5F-1C5E-4B8F-9E4D-63114528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A8481-0EE6-4653-8DBE-7673BBE1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35B763-C7AC-4A03-B462-B8E23DD1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F5057-5AAA-4080-98D7-A705ED02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05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4A892-203C-4DB8-92DA-B0BFD0D4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60AB28-4D98-4E27-87D0-6255ACDB1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B59852-3979-46D2-B99B-2BC90641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B486D9-A97A-4E20-9FAD-99566F50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815BCA-4E5C-423E-861F-A161D645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83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F3042C-6567-4CEF-B769-8B9CF80C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B1D72E-7288-45C7-ACDF-AFEF10070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73B992-78F4-4A5E-BD46-B0E294C31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5F8B8-5EB5-4C4E-9BE8-938A31C40375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D6AA7D-F703-441D-91E6-303EFDFC0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E96D1-7F39-4324-A755-3E1517E42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1F16F-F627-4767-9D28-A38A6C114E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90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2C5D2-B49D-4317-B85A-18611AA80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스튜디오 여백 포트폴리오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4AA7C7-1EC7-440D-8A0F-895DD8129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브랜딩 </a:t>
            </a:r>
            <a:r>
              <a:rPr lang="en-US" altLang="ko-KR"/>
              <a:t>· </a:t>
            </a:r>
            <a:r>
              <a:rPr lang="ko-KR" altLang="en-US"/>
              <a:t>패키지 </a:t>
            </a:r>
            <a:r>
              <a:rPr lang="en-US" altLang="ko-KR"/>
              <a:t>· </a:t>
            </a:r>
            <a:r>
              <a:rPr lang="ko-KR" altLang="en-US"/>
              <a:t>편집 </a:t>
            </a:r>
            <a:r>
              <a:rPr lang="en-US" altLang="ko-KR"/>
              <a:t>| 2026-03-20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524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30AAC-E501-4CD8-B8A8-F6DE334F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355E6A-88F4-495C-B38D-8EA22DFD1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윤지아 </a:t>
            </a:r>
            <a:r>
              <a:rPr lang="en-US" altLang="ko-KR"/>
              <a:t>/ </a:t>
            </a:r>
            <a:r>
              <a:rPr lang="ko-KR" altLang="en-US"/>
              <a:t>그래픽 디자이너</a:t>
            </a:r>
          </a:p>
          <a:p>
            <a:r>
              <a:rPr lang="en-US" altLang="ko-KR"/>
              <a:t>2018</a:t>
            </a:r>
            <a:r>
              <a:rPr lang="ko-KR" altLang="en-US"/>
              <a:t>년 스튜디오 여백 설립</a:t>
            </a:r>
            <a:r>
              <a:rPr lang="en-US" altLang="ko-KR"/>
              <a:t>, </a:t>
            </a:r>
            <a:r>
              <a:rPr lang="ko-KR" altLang="en-US"/>
              <a:t>서울 마포</a:t>
            </a:r>
          </a:p>
          <a:p>
            <a:r>
              <a:rPr lang="ko-KR" altLang="en-US"/>
              <a:t>브랜딩 </a:t>
            </a:r>
            <a:r>
              <a:rPr lang="en-US" altLang="ko-KR"/>
              <a:t>23</a:t>
            </a:r>
            <a:r>
              <a:rPr lang="ko-KR" altLang="en-US"/>
              <a:t>건</a:t>
            </a:r>
            <a:r>
              <a:rPr lang="en-US" altLang="ko-KR"/>
              <a:t>, </a:t>
            </a:r>
            <a:r>
              <a:rPr lang="ko-KR" altLang="en-US"/>
              <a:t>패키지 </a:t>
            </a:r>
            <a:r>
              <a:rPr lang="en-US" altLang="ko-KR"/>
              <a:t>31</a:t>
            </a:r>
            <a:r>
              <a:rPr lang="ko-KR" altLang="en-US"/>
              <a:t>건</a:t>
            </a:r>
            <a:r>
              <a:rPr lang="en-US" altLang="ko-KR"/>
              <a:t>, </a:t>
            </a:r>
            <a:r>
              <a:rPr lang="ko-KR" altLang="en-US"/>
              <a:t>편집 </a:t>
            </a:r>
            <a:r>
              <a:rPr lang="en-US" altLang="ko-KR"/>
              <a:t>18</a:t>
            </a:r>
            <a:r>
              <a:rPr lang="ko-KR" altLang="en-US"/>
              <a:t>건</a:t>
            </a:r>
          </a:p>
        </p:txBody>
      </p:sp>
    </p:spTree>
    <p:extLst>
      <p:ext uri="{BB962C8B-B14F-4D97-AF65-F5344CB8AC3E}">
        <p14:creationId xmlns:p14="http://schemas.microsoft.com/office/powerpoint/2010/main" val="3392082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D1F9C-2E93-494A-8160-429B5713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 방식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AF5EC0-6F35-4813-A8C8-D6EA4B374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리서치와 인터뷰로 브랜드 언어 정리</a:t>
            </a:r>
          </a:p>
          <a:p>
            <a:r>
              <a:rPr lang="ko-KR" altLang="en-US"/>
              <a:t>시안은 방향이 다른 </a:t>
            </a:r>
            <a:r>
              <a:rPr lang="en-US" altLang="ko-KR"/>
              <a:t>3</a:t>
            </a:r>
            <a:r>
              <a:rPr lang="ko-KR" altLang="en-US"/>
              <a:t>안 제시</a:t>
            </a:r>
          </a:p>
          <a:p>
            <a:r>
              <a:rPr lang="ko-KR" altLang="en-US"/>
              <a:t>납품 후 </a:t>
            </a:r>
            <a:r>
              <a:rPr lang="en-US" altLang="ko-KR"/>
              <a:t>3</a:t>
            </a:r>
            <a:r>
              <a:rPr lang="ko-KR" altLang="en-US"/>
              <a:t>개월 사용 문의 무료 대응</a:t>
            </a:r>
          </a:p>
        </p:txBody>
      </p:sp>
    </p:spTree>
    <p:extLst>
      <p:ext uri="{BB962C8B-B14F-4D97-AF65-F5344CB8AC3E}">
        <p14:creationId xmlns:p14="http://schemas.microsoft.com/office/powerpoint/2010/main" val="3051108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0EDB8-5AC6-4AB2-B17A-EC930D3F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브랜딩 </a:t>
            </a:r>
            <a:r>
              <a:rPr lang="en-US" altLang="ko-KR"/>
              <a:t>- </a:t>
            </a:r>
            <a:r>
              <a:rPr lang="ko-KR" altLang="en-US"/>
              <a:t>보름달베이커리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47BFD8-9FEC-4E9A-84DB-63A68A513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</a:t>
            </a:r>
            <a:r>
              <a:rPr lang="en-US" altLang="ko-KR"/>
              <a:t>3</a:t>
            </a:r>
            <a:r>
              <a:rPr lang="ko-KR" altLang="en-US"/>
              <a:t>종 세트와 패키지 </a:t>
            </a:r>
            <a:r>
              <a:rPr lang="en-US" altLang="ko-KR"/>
              <a:t>4</a:t>
            </a:r>
            <a:r>
              <a:rPr lang="ko-KR" altLang="en-US"/>
              <a:t>종</a:t>
            </a:r>
          </a:p>
          <a:p>
            <a:r>
              <a:rPr lang="en-US" altLang="ko-KR"/>
              <a:t>3</a:t>
            </a:r>
            <a:r>
              <a:rPr lang="ko-KR" altLang="en-US"/>
              <a:t>개 매장 통합 적용</a:t>
            </a:r>
          </a:p>
          <a:p>
            <a:r>
              <a:rPr lang="en-US" altLang="ko-KR"/>
              <a:t>2025</a:t>
            </a:r>
            <a:r>
              <a:rPr lang="ko-KR" altLang="en-US"/>
              <a:t>년 상반기 진행</a:t>
            </a:r>
          </a:p>
        </p:txBody>
      </p:sp>
    </p:spTree>
    <p:extLst>
      <p:ext uri="{BB962C8B-B14F-4D97-AF65-F5344CB8AC3E}">
        <p14:creationId xmlns:p14="http://schemas.microsoft.com/office/powerpoint/2010/main" val="746290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3256-585C-4BB3-95DD-86E2DBAE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패키지 </a:t>
            </a:r>
            <a:r>
              <a:rPr lang="en-US" altLang="ko-KR"/>
              <a:t>- </a:t>
            </a:r>
            <a:r>
              <a:rPr lang="ko-KR" altLang="en-US"/>
              <a:t>달뜰코스메틱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304BCD-C792-4CBA-8EA5-AEBCC2231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스킨케어 </a:t>
            </a:r>
            <a:r>
              <a:rPr lang="en-US" altLang="ko-KR"/>
              <a:t>5</a:t>
            </a:r>
            <a:r>
              <a:rPr lang="ko-KR" altLang="en-US"/>
              <a:t>종 단상자 및 라벨</a:t>
            </a:r>
          </a:p>
          <a:p>
            <a:r>
              <a:rPr lang="ko-KR" altLang="en-US"/>
              <a:t>리필 파우치 신규 도입</a:t>
            </a:r>
          </a:p>
          <a:p>
            <a:r>
              <a:rPr lang="en-US" altLang="ko-KR"/>
              <a:t>2026</a:t>
            </a:r>
            <a:r>
              <a:rPr lang="ko-KR" altLang="en-US"/>
              <a:t>년 상반기 진행</a:t>
            </a:r>
          </a:p>
        </p:txBody>
      </p:sp>
    </p:spTree>
    <p:extLst>
      <p:ext uri="{BB962C8B-B14F-4D97-AF65-F5344CB8AC3E}">
        <p14:creationId xmlns:p14="http://schemas.microsoft.com/office/powerpoint/2010/main" val="196369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86D40-2E2C-4AB4-8D37-6CC9E822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편집 </a:t>
            </a:r>
            <a:r>
              <a:rPr lang="en-US" altLang="ko-KR"/>
              <a:t>- </a:t>
            </a:r>
            <a:r>
              <a:rPr lang="ko-KR" altLang="en-US"/>
              <a:t>라온출판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3BD974-2C97-412F-BD22-D5B2EFA3B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에세이 시리즈 표지 </a:t>
            </a:r>
            <a:r>
              <a:rPr lang="en-US" altLang="ko-KR"/>
              <a:t>6</a:t>
            </a:r>
            <a:r>
              <a:rPr lang="ko-KR" altLang="en-US"/>
              <a:t>권</a:t>
            </a:r>
          </a:p>
          <a:p>
            <a:r>
              <a:rPr lang="ko-KR" altLang="en-US"/>
              <a:t>본문 조판 체계 수립</a:t>
            </a:r>
          </a:p>
          <a:p>
            <a:r>
              <a:rPr lang="en-US" altLang="ko-KR"/>
              <a:t>2024~2025</a:t>
            </a:r>
            <a:r>
              <a:rPr lang="ko-KR" altLang="en-US"/>
              <a:t>년 진행</a:t>
            </a:r>
          </a:p>
        </p:txBody>
      </p:sp>
    </p:spTree>
    <p:extLst>
      <p:ext uri="{BB962C8B-B14F-4D97-AF65-F5344CB8AC3E}">
        <p14:creationId xmlns:p14="http://schemas.microsoft.com/office/powerpoint/2010/main" val="312722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90830-7191-484B-B7F5-941C59835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편집 </a:t>
            </a:r>
            <a:r>
              <a:rPr lang="en-US" altLang="ko-KR"/>
              <a:t>- </a:t>
            </a:r>
            <a:r>
              <a:rPr lang="ko-KR" altLang="en-US"/>
              <a:t>들숨서가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53A6A4-A2D7-43E7-B015-CE988DF2C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독립 잡지 계간 </a:t>
            </a:r>
            <a:r>
              <a:rPr lang="en-US" altLang="ko-KR"/>
              <a:t>4</a:t>
            </a:r>
            <a:r>
              <a:rPr lang="ko-KR" altLang="en-US"/>
              <a:t>호 아트디렉션</a:t>
            </a:r>
          </a:p>
          <a:p>
            <a:r>
              <a:rPr lang="ko-KR" altLang="en-US"/>
              <a:t>사진가 협업 화보 구성</a:t>
            </a:r>
          </a:p>
          <a:p>
            <a:r>
              <a:rPr lang="en-US" altLang="ko-KR"/>
              <a:t>2025</a:t>
            </a:r>
            <a:r>
              <a:rPr lang="ko-KR" altLang="en-US"/>
              <a:t>년 진행</a:t>
            </a:r>
          </a:p>
        </p:txBody>
      </p:sp>
    </p:spTree>
    <p:extLst>
      <p:ext uri="{BB962C8B-B14F-4D97-AF65-F5344CB8AC3E}">
        <p14:creationId xmlns:p14="http://schemas.microsoft.com/office/powerpoint/2010/main" val="228541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E64AE-2D6D-4290-8B8E-D35920C2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협업 체계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4E54B4-CB9B-4169-8E43-7617212D2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일러스트</a:t>
            </a:r>
            <a:r>
              <a:rPr lang="en-US" altLang="ko-KR"/>
              <a:t>: </a:t>
            </a:r>
            <a:r>
              <a:rPr lang="ko-KR" altLang="en-US"/>
              <a:t>코코넛스튜디오</a:t>
            </a:r>
          </a:p>
          <a:p>
            <a:r>
              <a:rPr lang="ko-KR" altLang="en-US"/>
              <a:t>사진</a:t>
            </a:r>
            <a:r>
              <a:rPr lang="en-US" altLang="ko-KR"/>
              <a:t>: </a:t>
            </a:r>
            <a:r>
              <a:rPr lang="ko-KR" altLang="en-US"/>
              <a:t>오후세시사진</a:t>
            </a:r>
          </a:p>
          <a:p>
            <a:r>
              <a:rPr lang="ko-KR" altLang="en-US"/>
              <a:t>인쇄</a:t>
            </a:r>
            <a:r>
              <a:rPr lang="en-US" altLang="ko-KR"/>
              <a:t>: </a:t>
            </a:r>
            <a:r>
              <a:rPr lang="ko-KR" altLang="en-US"/>
              <a:t>한결인쇄</a:t>
            </a:r>
            <a:r>
              <a:rPr lang="en-US" altLang="ko-KR"/>
              <a:t>, </a:t>
            </a:r>
            <a:r>
              <a:rPr lang="ko-KR" altLang="en-US"/>
              <a:t>새벽라벨</a:t>
            </a:r>
          </a:p>
        </p:txBody>
      </p:sp>
    </p:spTree>
    <p:extLst>
      <p:ext uri="{BB962C8B-B14F-4D97-AF65-F5344CB8AC3E}">
        <p14:creationId xmlns:p14="http://schemas.microsoft.com/office/powerpoint/2010/main" val="332835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E05D-B19A-4B35-8443-C656012A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08C004-438D-461B-96E4-DCECB820E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메일 문의 평균 </a:t>
            </a:r>
            <a:r>
              <a:rPr lang="en-US" altLang="ko-KR"/>
              <a:t>2</a:t>
            </a:r>
            <a:r>
              <a:rPr lang="ko-KR" altLang="en-US"/>
              <a:t>영업일 내 회신</a:t>
            </a:r>
          </a:p>
          <a:p>
            <a:r>
              <a:rPr lang="ko-KR" altLang="en-US"/>
              <a:t>연락처 </a:t>
            </a:r>
            <a:r>
              <a:rPr lang="en-US" altLang="ko-KR"/>
              <a:t>010-0000-0000</a:t>
            </a:r>
          </a:p>
          <a:p>
            <a:r>
              <a:rPr lang="ko-KR" altLang="en-US"/>
              <a:t>견적은 범위 확인 후 산정</a:t>
            </a:r>
          </a:p>
        </p:txBody>
      </p:sp>
    </p:spTree>
    <p:extLst>
      <p:ext uri="{BB962C8B-B14F-4D97-AF65-F5344CB8AC3E}">
        <p14:creationId xmlns:p14="http://schemas.microsoft.com/office/powerpoint/2010/main" val="935531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와이드스크린</PresentationFormat>
  <Paragraphs>34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스튜디오 여백 포트폴리오</vt:lpstr>
      <vt:lpstr>소개</vt:lpstr>
      <vt:lpstr>작업 방식</vt:lpstr>
      <vt:lpstr>브랜딩 - 보름달베이커리</vt:lpstr>
      <vt:lpstr>패키지 - 달뜰코스메틱</vt:lpstr>
      <vt:lpstr>편집 - 라온출판</vt:lpstr>
      <vt:lpstr>편집 - 들숨서가</vt:lpstr>
      <vt:lpstr>협업 체계</vt:lpstr>
      <vt:lpstr>문의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스튜디오 여백 포트폴리오</dc:title>
  <dc:creator>정재원/UX Innovation Lab(SR)/삼성전자</dc:creator>
  <cp:lastModifiedBy>정재원/UX Innovation Lab(SR)/삼성전자</cp:lastModifiedBy>
  <cp:revision>1</cp:revision>
  <dcterms:created xsi:type="dcterms:W3CDTF">2026-10-14T07:54:35Z</dcterms:created>
  <dcterms:modified xsi:type="dcterms:W3CDTF">2026-10-14T07:54:35Z</dcterms:modified>
</cp:coreProperties>
</file>