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3F763-96C7-4814-81D9-4D8604A27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BA575D-6139-4468-8BD6-77918C3DF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514866-87C3-4A42-AC96-968B2D10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D2052-A1B2-48E3-AD24-6182F976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6E8E0-37BA-4965-B1B6-52A8667E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55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81E80-9FFA-4AF9-AC85-845F6163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534D91-F0DF-4ADF-9FA5-0B6052B92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0AE58-B443-4329-8B93-206F8D8E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53C02E-6145-41EE-80FD-EE9A5675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5FC6A7-24F0-4D78-86D8-3F69061C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22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31A73-A4D7-4243-9697-E2081799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8068B2-374B-4384-A9DB-7445133C6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E8811-CC45-43D7-8273-BDEF1EF5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B0D047-A0C7-4935-9ED1-46D6B02A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A5E659-1DC9-4E78-B461-A7D6D680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76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7C7D3-24C0-4F09-8635-95361113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08CDB8-77D4-4B23-9FFA-27F5B9369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A51EC4-3BE5-4271-A4DF-D476AA47B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A13CC3-EB4C-4A0D-865E-8F6F87C3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7A17AF-EFF5-4AB0-B5A3-F21873A6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83B8A9-DAD0-4CE8-A819-97E404D5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77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5A151-3D62-4EAD-84FB-6DD186F0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1C236-FC13-4324-952E-1EF064A53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654BA6-E3C9-412D-8BED-B2802CE8D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01F180-4527-49A1-A0F1-A2085134C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C7BAEE-BD99-40A1-AA9C-B0EA576B5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2AF71C-9BF3-4278-AB92-366D600C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DA144F-63AE-412B-A882-7467E2B52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7E3384-C598-45E3-947B-41FFC919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33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9983E-2915-4DCD-AF95-9C74E153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007896-EF4A-49D0-AF58-A09CE4D9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DCFBE0-AFA0-4CE5-A58A-C05FC29C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513AA2-D7BB-4241-8700-86A37B91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19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9440CE-E929-45BD-AD42-813BFF94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4F7AC0-1BEE-434C-B4E8-4FE1A779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B216DD-CBB7-49FC-8114-5C831F72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53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C75FD-C172-405B-A842-79CE59E2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1F99F-90F9-49B4-9A7B-055B9A029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4FC52A-AF70-4197-BDD8-58CBF7760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A6A6A4-B4A6-41D5-B3C2-7C6DD902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8E794F-C014-41E4-8ED7-F808A9BAE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AB15A1-0C0E-4061-AA87-17122F4D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17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DAD3A-1A64-405C-BCD5-2A7290DE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249386-2A3F-4594-B4F0-6F2EF6B328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B8BD81-C1BB-4022-8354-5B9D5AA1C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35AD07-55A8-4587-91B9-2FE54F5D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1F578C-90EA-4D1F-B8A7-A5F23098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07E93D-F09B-42E3-A690-86D7ED98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41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9BB5C-DB99-47EA-9129-18E6CF61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0AAA5A-8124-4DFE-9A41-82A2EC78B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1CDA22-C71C-46E5-A0B8-25D766DD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BC2F0-C1FC-4234-ABD8-A8E94C19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3AABF7-4262-415F-8FAB-A7B88D38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3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C6332D-E626-462F-96B1-2C43F3BAC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6AA62-6BAE-4999-9F15-C46EAC4AA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A9A8D-A573-418A-8632-A7D51D0F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C728B-0A6E-465D-804D-90740705E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1CB7E-5D41-4835-94FE-736C9349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97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47A3E-428F-453C-8524-AF6384D5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6E4940-D74A-4EA6-86D4-8390699FC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57EBB7-836F-48CA-96C0-D85CBB95B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E9B465-C6EA-430D-823C-87080773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2EE0A-5A1A-407D-8E95-910FCF85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59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C1E170-000A-4D5C-8ED3-07CEBCA1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32962-DF47-4B62-BCAF-281130BB2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955368-5D19-41F6-AD8C-A270E568C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26269-8241-4D13-A433-DC8D31FD3FB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F2BD1-1599-4D69-98D2-87A24A6E5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A2EBFD-ADF7-438B-A451-9B6098582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881AC-26D5-48A3-BAB8-578A41EC2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586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D1B84-0129-489A-AE50-F772CF57F0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보름달베이커리 브랜드 리뉴얼 제안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4CB60A-299C-4AD7-9ED5-052CECA696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최종 확정안 </a:t>
            </a:r>
            <a:r>
              <a:rPr lang="en-US" altLang="ko-KR"/>
              <a:t>| </a:t>
            </a:r>
            <a:r>
              <a:rPr lang="ko-KR" altLang="en-US"/>
              <a:t>스튜디오 여백 </a:t>
            </a:r>
            <a:r>
              <a:rPr lang="en-US" altLang="ko-KR"/>
              <a:t>| 2025-04-02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07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6973-1E89-4AC1-A2DB-B68FB391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확정 작업 범위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B3F50F-385D-4999-B9EE-EDCD9EDE0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 리디자인 </a:t>
            </a:r>
            <a:r>
              <a:rPr lang="en-US" altLang="ko-KR"/>
              <a:t>3</a:t>
            </a:r>
            <a:r>
              <a:rPr lang="ko-KR" altLang="en-US"/>
              <a:t>종 세트</a:t>
            </a:r>
          </a:p>
          <a:p>
            <a:r>
              <a:rPr lang="ko-KR" altLang="en-US"/>
              <a:t>패키지 </a:t>
            </a:r>
            <a:r>
              <a:rPr lang="en-US" altLang="ko-KR"/>
              <a:t>4</a:t>
            </a:r>
            <a:r>
              <a:rPr lang="ko-KR" altLang="en-US"/>
              <a:t>종 디자인</a:t>
            </a:r>
          </a:p>
          <a:p>
            <a:r>
              <a:rPr lang="ko-KR" altLang="en-US"/>
              <a:t>가이드 간략본 </a:t>
            </a:r>
            <a:r>
              <a:rPr lang="en-US" altLang="ko-KR"/>
              <a:t>12p</a:t>
            </a:r>
          </a:p>
          <a:p>
            <a:r>
              <a:rPr lang="ko-KR" altLang="en-US"/>
              <a:t>단계별 수정 </a:t>
            </a:r>
            <a:r>
              <a:rPr lang="en-US" altLang="ko-KR"/>
              <a:t>2</a:t>
            </a:r>
            <a:r>
              <a:rPr lang="ko-KR" altLang="en-US"/>
              <a:t>회 포함</a:t>
            </a:r>
          </a:p>
        </p:txBody>
      </p:sp>
    </p:spTree>
    <p:extLst>
      <p:ext uri="{BB962C8B-B14F-4D97-AF65-F5344CB8AC3E}">
        <p14:creationId xmlns:p14="http://schemas.microsoft.com/office/powerpoint/2010/main" val="418447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75AA6-6D2E-487B-96D3-33222211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확정 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70C6E-CC22-4390-A9FD-AF48E0DDD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계약 체결 </a:t>
            </a:r>
            <a:r>
              <a:rPr lang="en-US" altLang="ko-KR"/>
              <a:t>2025-04-04</a:t>
            </a:r>
          </a:p>
          <a:p>
            <a:r>
              <a:rPr lang="ko-KR" altLang="en-US"/>
              <a:t>킥오프 </a:t>
            </a:r>
            <a:r>
              <a:rPr lang="en-US" altLang="ko-KR"/>
              <a:t>2025-04-07</a:t>
            </a:r>
          </a:p>
          <a:p>
            <a:r>
              <a:rPr lang="en-US" altLang="ko-KR"/>
              <a:t>1</a:t>
            </a:r>
            <a:r>
              <a:rPr lang="ko-KR" altLang="en-US"/>
              <a:t>차 시안 </a:t>
            </a:r>
            <a:r>
              <a:rPr lang="en-US" altLang="ko-KR"/>
              <a:t>2025-04-24</a:t>
            </a:r>
          </a:p>
          <a:p>
            <a:r>
              <a:rPr lang="ko-KR" altLang="en-US"/>
              <a:t>최종 납품 </a:t>
            </a:r>
            <a:r>
              <a:rPr lang="en-US" altLang="ko-KR"/>
              <a:t>2025-05-29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5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53A45-75E4-4C29-AA84-545BFA3F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확정 견적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B535E8-4F1D-46CC-AE94-72175EEE0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 </a:t>
            </a:r>
            <a:r>
              <a:rPr lang="en-US" altLang="ko-KR"/>
              <a:t>480</a:t>
            </a:r>
            <a:r>
              <a:rPr lang="ko-KR" altLang="en-US"/>
              <a:t>만원</a:t>
            </a:r>
          </a:p>
          <a:p>
            <a:r>
              <a:rPr lang="ko-KR" altLang="en-US"/>
              <a:t>패키지 </a:t>
            </a:r>
            <a:r>
              <a:rPr lang="en-US" altLang="ko-KR"/>
              <a:t>400</a:t>
            </a:r>
            <a:r>
              <a:rPr lang="ko-KR" altLang="en-US"/>
              <a:t>만원</a:t>
            </a:r>
          </a:p>
          <a:p>
            <a:r>
              <a:rPr lang="ko-KR" altLang="en-US"/>
              <a:t>가이드 </a:t>
            </a:r>
            <a:r>
              <a:rPr lang="en-US" altLang="ko-KR"/>
              <a:t>100</a:t>
            </a:r>
            <a:r>
              <a:rPr lang="ko-KR" altLang="en-US"/>
              <a:t>만원</a:t>
            </a:r>
          </a:p>
          <a:p>
            <a:r>
              <a:rPr lang="ko-KR" altLang="en-US"/>
              <a:t>합계 </a:t>
            </a:r>
            <a:r>
              <a:rPr lang="en-US" altLang="ko-KR"/>
              <a:t>980</a:t>
            </a:r>
            <a:r>
              <a:rPr lang="ko-KR" altLang="en-US"/>
              <a:t>만원 </a:t>
            </a:r>
            <a:r>
              <a:rPr lang="en-US" altLang="ko-KR"/>
              <a:t>(</a:t>
            </a:r>
            <a:r>
              <a:rPr lang="ko-KR" altLang="en-US"/>
              <a:t>부가세 별도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20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11744-128E-4F5B-840F-986D815C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대금 지급 조건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DBD69E-1AED-42ED-9F14-F9DE0E85B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계약금 </a:t>
            </a:r>
            <a:r>
              <a:rPr lang="en-US" altLang="ko-KR"/>
              <a:t>40% </a:t>
            </a:r>
            <a:r>
              <a:rPr lang="ko-KR" altLang="en-US"/>
              <a:t>계약 시</a:t>
            </a:r>
          </a:p>
          <a:p>
            <a:r>
              <a:rPr lang="ko-KR" altLang="en-US"/>
              <a:t>중도금 </a:t>
            </a:r>
            <a:r>
              <a:rPr lang="en-US" altLang="ko-KR"/>
              <a:t>30% </a:t>
            </a:r>
            <a:r>
              <a:rPr lang="ko-KR" altLang="en-US"/>
              <a:t>시안 선정 시</a:t>
            </a:r>
          </a:p>
          <a:p>
            <a:r>
              <a:rPr lang="ko-KR" altLang="en-US"/>
              <a:t>잔금 </a:t>
            </a:r>
            <a:r>
              <a:rPr lang="en-US" altLang="ko-KR"/>
              <a:t>30% </a:t>
            </a:r>
            <a:r>
              <a:rPr lang="ko-KR" altLang="en-US"/>
              <a:t>납품 완료 후 </a:t>
            </a:r>
            <a:r>
              <a:rPr lang="en-US" altLang="ko-KR"/>
              <a:t>14</a:t>
            </a:r>
            <a:r>
              <a:rPr lang="ko-KR" altLang="en-US"/>
              <a:t>일 내</a:t>
            </a:r>
          </a:p>
        </p:txBody>
      </p:sp>
    </p:spTree>
    <p:extLst>
      <p:ext uri="{BB962C8B-B14F-4D97-AF65-F5344CB8AC3E}">
        <p14:creationId xmlns:p14="http://schemas.microsoft.com/office/powerpoint/2010/main" val="4100249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FE43E8-7AF6-4B25-981D-FFD9D718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수정 범위 기준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E8C6EE-A612-4740-A62E-59C0215A6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단계별 수정 </a:t>
            </a:r>
            <a:r>
              <a:rPr lang="en-US" altLang="ko-KR"/>
              <a:t>2</a:t>
            </a:r>
            <a:r>
              <a:rPr lang="ko-KR" altLang="en-US"/>
              <a:t>회까지 포함</a:t>
            </a:r>
          </a:p>
          <a:p>
            <a:r>
              <a:rPr lang="en-US" altLang="ko-KR"/>
              <a:t>3</a:t>
            </a:r>
            <a:r>
              <a:rPr lang="ko-KR" altLang="en-US"/>
              <a:t>회차부터 회당 </a:t>
            </a:r>
            <a:r>
              <a:rPr lang="en-US" altLang="ko-KR"/>
              <a:t>40</a:t>
            </a:r>
            <a:r>
              <a:rPr lang="ko-KR" altLang="en-US"/>
              <a:t>만원 추가</a:t>
            </a:r>
          </a:p>
          <a:p>
            <a:r>
              <a:rPr lang="ko-KR" altLang="en-US"/>
              <a:t>방향 전면 변경은 신규 건으로 산정</a:t>
            </a:r>
          </a:p>
        </p:txBody>
      </p:sp>
    </p:spTree>
    <p:extLst>
      <p:ext uri="{BB962C8B-B14F-4D97-AF65-F5344CB8AC3E}">
        <p14:creationId xmlns:p14="http://schemas.microsoft.com/office/powerpoint/2010/main" val="254610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B81E4-C2FE-4B99-8578-9B5D5F4E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저작권 및 사용 범위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ABC6EB-F175-4D49-AB37-1C3E6B91A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최종 납품물 사용권은 클라이언트에 귀속</a:t>
            </a:r>
          </a:p>
          <a:p>
            <a:r>
              <a:rPr lang="ko-KR" altLang="en-US"/>
              <a:t>스튜디오는 포트폴리오 게재 권리 보유</a:t>
            </a:r>
          </a:p>
          <a:p>
            <a:r>
              <a:rPr lang="ko-KR" altLang="en-US"/>
              <a:t>타 브랜드 재판매 및 양도는 불가</a:t>
            </a:r>
          </a:p>
        </p:txBody>
      </p:sp>
    </p:spTree>
    <p:extLst>
      <p:ext uri="{BB962C8B-B14F-4D97-AF65-F5344CB8AC3E}">
        <p14:creationId xmlns:p14="http://schemas.microsoft.com/office/powerpoint/2010/main" val="235020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와이드스크린</PresentationFormat>
  <Paragraphs>29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보름달베이커리 브랜드 리뉴얼 제안</vt:lpstr>
      <vt:lpstr>확정 작업 범위</vt:lpstr>
      <vt:lpstr>확정 일정</vt:lpstr>
      <vt:lpstr>확정 견적</vt:lpstr>
      <vt:lpstr>대금 지급 조건</vt:lpstr>
      <vt:lpstr>수정 범위 기준</vt:lpstr>
      <vt:lpstr>저작권 및 사용 범위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보름달베이커리 브랜드 리뉴얼 제안</dc:title>
  <dc:creator>정재원/UX Innovation Lab(SR)/삼성전자</dc:creator>
  <cp:lastModifiedBy>정재원/UX Innovation Lab(SR)/삼성전자</cp:lastModifiedBy>
  <cp:revision>1</cp:revision>
  <dcterms:created xsi:type="dcterms:W3CDTF">2026-10-14T07:54:34Z</dcterms:created>
  <dcterms:modified xsi:type="dcterms:W3CDTF">2026-10-14T07:54:34Z</dcterms:modified>
</cp:coreProperties>
</file>