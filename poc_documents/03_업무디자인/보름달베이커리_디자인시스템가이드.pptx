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06BE2F-FE0D-47AB-86F3-EE0C0E9EE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3C8F42-C234-4D69-82DD-3822C4A8F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A4977-AEF5-4217-8503-B540D8E7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532AB-C35B-41B9-9AB2-58AE84278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C8D9B9-7C09-4DBF-9DAF-7B414A539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236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C421F-0801-4F63-B48E-E1F7DA397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E6B61F-4AB7-4C3F-BFF4-1AAB4CF1C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079AC-AD4C-427B-9C68-708DE297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EAFF0D-3D81-4484-9EAF-A2D486038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B7973-E587-45E3-959D-34FD61B0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96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333A7-E52D-42C4-ADB1-11F497EA6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7F83BE-7C9D-4F8A-A90A-501362CA3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096D4E-13FD-4FF4-97C0-998D0647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443B32-F0B1-4BAC-B8DC-345568541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990AD0-F71F-4857-BB37-CC75910F5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43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573FF-9CB5-474C-8EE9-63656C698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5AFDF9-6442-4190-8404-476A250B0F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809979-9313-4CF6-808B-EF635E8DB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759DCF-F309-4032-B72D-4823FF821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9CD892-72DB-4252-ACEA-36671A3A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A46103-D318-4D59-A80E-1379FB31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788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2576D-565D-4C0A-BA2B-B164C0958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1B3A10-A6B0-4763-A906-BCEB0BFBF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0F81B2B-7783-4732-9379-B620988D9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02FDD0-C24C-40D4-8833-FABD82574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E324BE0-0EB7-46B2-A10B-5A781AE44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15F8B0-AFE3-4449-93F3-280E7CE11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CBC90AE-FD90-4F5A-8AD6-92E676769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EA8311-C93B-4645-B7D6-9452CEF3E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217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9C61A2-E365-44ED-A845-E12E1AF09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8665A7-3380-467E-A730-9D55A9FB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305DC8-B213-4948-BC2F-B1276CDE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75E2972-2F00-4FCB-8EF9-1A339962B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424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D2D03E-2F1B-47A4-8C7B-AA340F164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719483-4256-471E-9478-5D1B2048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CE221-EAFF-4E7F-8889-7200BAB8F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79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465C5-79FA-4193-BC75-99C28ECF57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DA8FA-B3F6-4BD7-8586-0EBF9A4C6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9A5C642-3685-42E6-9191-D66C6F6167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2FEAF6-5BDA-4107-866F-54A38085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BCDA98-2664-4B48-A86D-C87D8F78F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45A638-47FF-4719-B0A0-04259919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398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B2B7C-7508-436C-896A-EA48FF962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BC9B9B-122C-4E4F-AE88-99BEE9D430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9F51D6-37AC-4AC3-9627-D2C7264DD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851B2B-0390-4890-A253-6686F9BD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E85CAB8-2FF7-46AA-857A-A9018A8E2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36C2BA-7085-4FD6-A924-240220DB0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242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8E11E-D02F-4240-BDA8-346929191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D3177EE-AF13-49B8-8349-BC778C66E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92584B-6D60-4941-98B7-D6285D603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B2AB48-AF87-4C4F-8CDA-70932F24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F5A0B4-FA4F-4377-8726-709C4884E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894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3714872-35F3-4A9F-A620-7184BCA3CF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3320295-3A46-48C2-9760-F15DAFCB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96DFF8-AB94-4301-8856-9D428CC9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30CF5-2214-4CF0-A833-33730BC1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9636C3-D226-4839-996C-5C264B05E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080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CF0821-466A-4DC6-AB6E-BAE3634C7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B6A7A6-8593-4FC5-A075-A1907DB251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233F64-8322-44B5-8BFB-42A8A3EB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082CD6-3ACA-4959-98BC-04F21751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1B8BE0-4C5F-4662-8414-2E74C93AD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39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6D98DE-233D-4D8C-AE15-A25B37A2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CB3E8-2BAC-4E12-9EF7-E0C62DF27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8EAEAA-6EFC-48C7-8B32-3058949DC0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89C47-B413-4CA0-B85D-9CBFB2E520DF}" type="datetimeFigureOut">
              <a:rPr lang="ko-KR" altLang="en-US" smtClean="0"/>
              <a:t>2026-10-14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688778-24B6-4AB1-A791-D3C3B2F23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4F79FB-E872-4675-9115-13A8781C6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0A7E8-1D23-4211-AB6D-724E2242261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506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38130C-1583-41D1-85E1-416B20616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보름달베이커리 디자인 시스템 가이드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A72AE6-04BC-4E4A-A9C1-04AFADECE4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/>
              <a:t>컬러 </a:t>
            </a:r>
            <a:r>
              <a:rPr lang="en-US" altLang="ko-KR"/>
              <a:t>· </a:t>
            </a:r>
            <a:r>
              <a:rPr lang="ko-KR" altLang="en-US"/>
              <a:t>타이포 </a:t>
            </a:r>
            <a:r>
              <a:rPr lang="en-US" altLang="ko-KR"/>
              <a:t>· </a:t>
            </a:r>
            <a:r>
              <a:rPr lang="ko-KR" altLang="en-US"/>
              <a:t>로고 운용 </a:t>
            </a:r>
            <a:r>
              <a:rPr lang="en-US" altLang="ko-KR"/>
              <a:t>| 2025-05-29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56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09BC6-8C22-48A7-96F7-C85DC897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가이드 사용 안내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29737C-3354-45FF-AB70-3B665D68B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매장 운영팀과 외부 제작처 공용 문서</a:t>
            </a:r>
          </a:p>
          <a:p>
            <a:r>
              <a:rPr lang="ko-KR" altLang="en-US"/>
              <a:t>수정 요청은 스튜디오 여백 경유</a:t>
            </a:r>
          </a:p>
          <a:p>
            <a:r>
              <a:rPr lang="ko-KR" altLang="en-US"/>
              <a:t>개정 시 버전 표기 갱신</a:t>
            </a:r>
          </a:p>
        </p:txBody>
      </p:sp>
    </p:spTree>
    <p:extLst>
      <p:ext uri="{BB962C8B-B14F-4D97-AF65-F5344CB8AC3E}">
        <p14:creationId xmlns:p14="http://schemas.microsoft.com/office/powerpoint/2010/main" val="3537432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3FDA4E-08C2-40AB-BEC6-C15FB5FE0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로고 구성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3EDD374-B7CC-424E-9769-F73E766E6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가로형은 기본 사용</a:t>
            </a:r>
          </a:p>
          <a:p>
            <a:r>
              <a:rPr lang="ko-KR" altLang="en-US"/>
              <a:t>세로형은 정방형 매체 사용</a:t>
            </a:r>
          </a:p>
          <a:p>
            <a:r>
              <a:rPr lang="ko-KR" altLang="en-US"/>
              <a:t>아이콘은 </a:t>
            </a:r>
            <a:r>
              <a:rPr lang="en-US" altLang="ko-KR"/>
              <a:t>36px </a:t>
            </a:r>
            <a:r>
              <a:rPr lang="ko-KR" altLang="en-US"/>
              <a:t>이하 소형 적용</a:t>
            </a:r>
          </a:p>
        </p:txBody>
      </p:sp>
    </p:spTree>
    <p:extLst>
      <p:ext uri="{BB962C8B-B14F-4D97-AF65-F5344CB8AC3E}">
        <p14:creationId xmlns:p14="http://schemas.microsoft.com/office/powerpoint/2010/main" val="31542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2FE026-6822-44E6-97E8-6D42316EA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로고 여백 규정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3489A1-1F58-40F2-9ECE-63964922F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최소 여백은 심볼 높이의 </a:t>
            </a:r>
            <a:r>
              <a:rPr lang="en-US" altLang="ko-KR"/>
              <a:t>0.5</a:t>
            </a:r>
            <a:r>
              <a:rPr lang="ko-KR" altLang="en-US"/>
              <a:t>배</a:t>
            </a:r>
          </a:p>
          <a:p>
            <a:r>
              <a:rPr lang="ko-KR" altLang="en-US"/>
              <a:t>최소 사용 크기 가로 </a:t>
            </a:r>
            <a:r>
              <a:rPr lang="en-US" altLang="ko-KR"/>
              <a:t>24mm</a:t>
            </a:r>
          </a:p>
          <a:p>
            <a:r>
              <a:rPr lang="ko-KR" altLang="en-US"/>
              <a:t>배경 대비 확보가 어려우면 단색 반전 사용</a:t>
            </a:r>
          </a:p>
        </p:txBody>
      </p:sp>
    </p:spTree>
    <p:extLst>
      <p:ext uri="{BB962C8B-B14F-4D97-AF65-F5344CB8AC3E}">
        <p14:creationId xmlns:p14="http://schemas.microsoft.com/office/powerpoint/2010/main" val="3491834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EFC2F-C225-4728-AF2F-86CEA8495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금지 사용 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A708AF-6E15-4FE9-8B6D-B77654F6EF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임의 기울임 및 그림자 적용 금지</a:t>
            </a:r>
          </a:p>
          <a:p>
            <a:r>
              <a:rPr lang="ko-KR" altLang="en-US"/>
              <a:t>비율 변경 금지</a:t>
            </a:r>
          </a:p>
          <a:p>
            <a:r>
              <a:rPr lang="ko-KR" altLang="en-US"/>
              <a:t>승인되지 않은 컬러 조합 금지</a:t>
            </a:r>
          </a:p>
        </p:txBody>
      </p:sp>
    </p:spTree>
    <p:extLst>
      <p:ext uri="{BB962C8B-B14F-4D97-AF65-F5344CB8AC3E}">
        <p14:creationId xmlns:p14="http://schemas.microsoft.com/office/powerpoint/2010/main" val="399792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25126-ED36-498D-BEA6-E74E1ADB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컬러 팔레트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220B7B-A3BC-4D70-81D0-F63D10E04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딥 브라운 메인</a:t>
            </a:r>
            <a:r>
              <a:rPr lang="en-US" altLang="ko-KR"/>
              <a:t>, </a:t>
            </a:r>
            <a:r>
              <a:rPr lang="ko-KR" altLang="en-US"/>
              <a:t>웜 아이보리 배경</a:t>
            </a:r>
          </a:p>
          <a:p>
            <a:r>
              <a:rPr lang="ko-KR" altLang="en-US"/>
              <a:t>체리 레드는 겨울 시즌 한정</a:t>
            </a:r>
          </a:p>
          <a:p>
            <a:r>
              <a:rPr lang="ko-KR" altLang="en-US"/>
              <a:t>올리브는 여름 시즌 한정</a:t>
            </a:r>
          </a:p>
        </p:txBody>
      </p:sp>
    </p:spTree>
    <p:extLst>
      <p:ext uri="{BB962C8B-B14F-4D97-AF65-F5344CB8AC3E}">
        <p14:creationId xmlns:p14="http://schemas.microsoft.com/office/powerpoint/2010/main" val="3342467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8852A2-6FC0-4C0E-BE6B-33817ED41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타이포그래피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F1CDFF-9454-403D-9437-B0F5F8D1B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국문 제목은 고딕 </a:t>
            </a:r>
            <a:r>
              <a:rPr lang="en-US" altLang="ko-KR"/>
              <a:t>Bold</a:t>
            </a:r>
          </a:p>
          <a:p>
            <a:r>
              <a:rPr lang="ko-KR" altLang="en-US"/>
              <a:t>국문 본문은 고딕 </a:t>
            </a:r>
            <a:r>
              <a:rPr lang="en-US" altLang="ko-KR"/>
              <a:t>Regular, </a:t>
            </a:r>
            <a:r>
              <a:rPr lang="ko-KR" altLang="en-US"/>
              <a:t>자간 </a:t>
            </a:r>
            <a:r>
              <a:rPr lang="en-US" altLang="ko-KR"/>
              <a:t>-2</a:t>
            </a:r>
          </a:p>
          <a:p>
            <a:r>
              <a:rPr lang="ko-KR" altLang="en-US"/>
              <a:t>영문은 산세리프 </a:t>
            </a:r>
            <a:r>
              <a:rPr lang="en-US" altLang="ko-KR"/>
              <a:t>Medium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221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C8C61E-F932-4DF8-97B2-5D1BAD6A8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패키지 적용 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5DC70C-E055-427E-B822-774CB62DD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쇼핑백</a:t>
            </a:r>
            <a:r>
              <a:rPr lang="en-US" altLang="ko-KR"/>
              <a:t>: </a:t>
            </a:r>
            <a:r>
              <a:rPr lang="ko-KR" altLang="en-US"/>
              <a:t>로고 가로형 중앙</a:t>
            </a:r>
          </a:p>
          <a:p>
            <a:r>
              <a:rPr lang="ko-KR" altLang="en-US"/>
              <a:t>케이크박스</a:t>
            </a:r>
            <a:r>
              <a:rPr lang="en-US" altLang="ko-KR"/>
              <a:t>: </a:t>
            </a:r>
            <a:r>
              <a:rPr lang="ko-KR" altLang="en-US"/>
              <a:t>상면 아이콘 반복</a:t>
            </a:r>
          </a:p>
          <a:p>
            <a:r>
              <a:rPr lang="ko-KR" altLang="en-US"/>
              <a:t>테이크아웃컵</a:t>
            </a:r>
            <a:r>
              <a:rPr lang="en-US" altLang="ko-KR"/>
              <a:t>: </a:t>
            </a:r>
            <a:r>
              <a:rPr lang="ko-KR" altLang="en-US"/>
              <a:t>로고 세로형 </a:t>
            </a:r>
            <a:r>
              <a:rPr lang="en-US" altLang="ko-KR"/>
              <a:t>1</a:t>
            </a:r>
            <a:r>
              <a:rPr lang="ko-KR" altLang="en-US"/>
              <a:t>회</a:t>
            </a:r>
          </a:p>
        </p:txBody>
      </p:sp>
    </p:spTree>
    <p:extLst>
      <p:ext uri="{BB962C8B-B14F-4D97-AF65-F5344CB8AC3E}">
        <p14:creationId xmlns:p14="http://schemas.microsoft.com/office/powerpoint/2010/main" val="3765813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D5C740-72CB-454F-B384-82563265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개정 이력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8C4C6FC-9F96-44E4-8481-5AB9863E06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1.0 </a:t>
            </a:r>
            <a:r>
              <a:rPr lang="ko-KR" altLang="en-US"/>
              <a:t>최초 배포 </a:t>
            </a:r>
            <a:r>
              <a:rPr lang="en-US" altLang="ko-KR"/>
              <a:t>2025-05-29</a:t>
            </a:r>
          </a:p>
          <a:p>
            <a:r>
              <a:rPr lang="ko-KR" altLang="en-US"/>
              <a:t>문의 </a:t>
            </a:r>
            <a:r>
              <a:rPr lang="en-US" altLang="ko-KR"/>
              <a:t>010-0000-0000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048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와이드스크린</PresentationFormat>
  <Paragraphs>33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보름달베이커리 디자인 시스템 가이드</vt:lpstr>
      <vt:lpstr>가이드 사용 안내</vt:lpstr>
      <vt:lpstr>로고 구성</vt:lpstr>
      <vt:lpstr>로고 여백 규정</vt:lpstr>
      <vt:lpstr>금지 사용 예</vt:lpstr>
      <vt:lpstr>컬러 팔레트</vt:lpstr>
      <vt:lpstr>타이포그래피</vt:lpstr>
      <vt:lpstr>패키지 적용 예</vt:lpstr>
      <vt:lpstr>개정 이력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보름달베이커리 디자인 시스템 가이드</dc:title>
  <dc:creator>정재원/UX Innovation Lab(SR)/삼성전자</dc:creator>
  <cp:lastModifiedBy>정재원/UX Innovation Lab(SR)/삼성전자</cp:lastModifiedBy>
  <cp:revision>1</cp:revision>
  <dcterms:created xsi:type="dcterms:W3CDTF">2026-10-14T07:54:35Z</dcterms:created>
  <dcterms:modified xsi:type="dcterms:W3CDTF">2026-10-14T07:54:35Z</dcterms:modified>
</cp:coreProperties>
</file>