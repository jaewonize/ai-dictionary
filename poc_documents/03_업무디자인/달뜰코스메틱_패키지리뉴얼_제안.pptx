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3FFC90-406A-4734-A5BA-F9814ECFD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B3002E2-8826-4274-A80E-5C993BFF08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636319-0A59-48D7-9CE0-EE6235F4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0767-496F-4C8A-8EBD-811190517657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6AE1F6-9C6E-4F4F-A100-D0BF93CDE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DB47D0-6984-44C1-B8B4-B9F31CC50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2C78-8A64-41E2-BC7C-E905406AD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296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63523A-E776-41D0-9BA4-086170A05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C1BB98-0215-497A-856E-CE228779F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B3B3AC-CAAE-4240-8932-E84D0C345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0767-496F-4C8A-8EBD-811190517657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B2935B-787E-4A8B-89CE-EF3F062BA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B08633-240D-461A-8E2C-6C930897C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2C78-8A64-41E2-BC7C-E905406AD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6241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C6FB6A-49B9-4731-B96B-BBB35C1D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EA5060-233C-4402-B667-C5A90F56E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BA7FE6-46D5-45FC-8632-275C386A4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0767-496F-4C8A-8EBD-811190517657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5637B1-DFF3-4A57-A621-1A841ED1E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C4C8DC-CD82-4FA8-AF7A-0B17DF780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2C78-8A64-41E2-BC7C-E905406AD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536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449C6E-0209-477E-9596-C0EFFE380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3B3D95-E883-47C2-82AC-9EE8F8B476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0C8546-A8D4-4DB8-91BE-A77BC3F458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43D12F-FB26-4D39-8E36-8B88EFD89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0767-496F-4C8A-8EBD-811190517657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F75961-6E80-4FC5-AEBD-992A89A82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17D268-D804-4D63-8473-B2C7284CD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2C78-8A64-41E2-BC7C-E905406AD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9794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D5AF33-CBFE-4299-A857-62ECED191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6686C6-6361-4535-977C-C15CC8E4D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292E8E-142E-45FF-9A81-B391A4DEE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225DF17-396C-4E61-9051-746196281D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60DD78C-0477-474F-AF99-7A6157073C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1246A31-3697-4925-8FFB-03404D882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0767-496F-4C8A-8EBD-811190517657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633F504-13AE-4914-BF52-5A11AABE9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CD96A0-14F5-487C-8BC2-463574B2D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2C78-8A64-41E2-BC7C-E905406AD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710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64D54D-1D09-4F28-A051-206C2B1C5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06A029B-9EAD-46AB-B457-7146E1B6D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0767-496F-4C8A-8EBD-811190517657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702150-9694-486C-ABF0-25156C7B2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A6E95A-AA84-4234-AD30-3A775ECA5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2C78-8A64-41E2-BC7C-E905406AD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3509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EC7CE18-923F-4B8C-B446-98E559DFD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0767-496F-4C8A-8EBD-811190517657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B80B69C-BC3B-4924-8BBF-C43F0B2F2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F7C76E-DF2B-41B9-AE38-B9C627849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2C78-8A64-41E2-BC7C-E905406AD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427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145C19-7A88-4943-A42F-BCE7E9622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B5304D-37D9-4007-B217-261EC4469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0E7063-2304-4E81-B845-E9B25332B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005A8E-BA9E-487D-8201-94833E66B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0767-496F-4C8A-8EBD-811190517657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0534BB-1D0B-444F-9BD5-731EF2494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7B29BA-8395-46B7-8E75-51178B640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2C78-8A64-41E2-BC7C-E905406AD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488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AA0157-B985-4CF2-9D2D-B79CC93E3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D4C7EA9-0229-4513-8F76-B1DA42BCDD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EF3114-69F2-4291-8CE3-5C71F64986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61C3C2-5C2A-4933-A898-61CB1BB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0767-496F-4C8A-8EBD-811190517657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349D0C-0381-4122-B4E5-D3EE3084F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0DDE06-509D-41CC-8A7E-875951B3D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2C78-8A64-41E2-BC7C-E905406AD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7318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3A38A0-BAF8-439A-A722-7F030FEB2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AA6870-5842-4F87-8067-F9AB0B0322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46C27D-BE3D-44F9-B883-DA51BE85D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0767-496F-4C8A-8EBD-811190517657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321DEC-1DDC-40C2-AADA-006BB6BB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BBA464-58AC-41F8-88FD-A86A2A682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2C78-8A64-41E2-BC7C-E905406AD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390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CCFA749-70E4-4119-8871-26B05673A3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8A37C4-855C-49B8-9B0B-1239E3C5F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300672-DEE9-4E8D-88ED-D7DC495F4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0767-496F-4C8A-8EBD-811190517657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F08434-3142-46E9-8EE8-FAC850CBE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67B00C-6240-4399-A204-1113085EB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2C78-8A64-41E2-BC7C-E905406AD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362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225C1D-51B5-463B-BC0C-1DA5509C1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F18825-65FE-4CE0-95E3-A4883D33A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61A1D0-A50D-4418-91E3-F180C4E0C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0767-496F-4C8A-8EBD-811190517657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19082B-B9B4-42BD-AB3E-7FA5A00F0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F72BDB-114B-4114-9B82-57AA84EF4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2C78-8A64-41E2-BC7C-E905406AD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698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4ECF1B3-3380-4BF0-9876-BDF812401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2FC0AF-4E5B-4492-A9B1-C2A02D384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3AE47A-3F69-4E71-BF3E-07EA18AC29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60767-496F-4C8A-8EBD-811190517657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A8C64E-CAA3-445A-A67F-2A9DEA66D8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592C64-C6DC-4864-91D3-04DC1C64C6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B2C78-8A64-41E2-BC7C-E905406AD8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341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E06FC6-2C6B-4A75-944C-C589DEC713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달뜰코스메틱 패키지 리뉴얼 제안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D01061-C340-4AD4-9698-7764C7FA49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스킨케어 라인 </a:t>
            </a:r>
            <a:r>
              <a:rPr lang="en-US" altLang="ko-KR"/>
              <a:t>5</a:t>
            </a:r>
            <a:r>
              <a:rPr lang="ko-KR" altLang="en-US"/>
              <a:t>종 </a:t>
            </a:r>
            <a:r>
              <a:rPr lang="en-US" altLang="ko-KR"/>
              <a:t>| 2026-02-09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348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27847-2E58-46E2-8F41-4B6C4EFEF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의뢰 내용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F894C9-1DD5-44C7-B611-48350600A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스킨케어 라인 </a:t>
            </a:r>
            <a:r>
              <a:rPr lang="en-US" altLang="ko-KR"/>
              <a:t>5</a:t>
            </a:r>
            <a:r>
              <a:rPr lang="ko-KR" altLang="en-US"/>
              <a:t>종 단상자 및 라벨 리뉴얼</a:t>
            </a:r>
          </a:p>
          <a:p>
            <a:r>
              <a:rPr lang="ko-KR" altLang="en-US"/>
              <a:t>리필 파우치 신규 디자인 </a:t>
            </a:r>
            <a:r>
              <a:rPr lang="en-US" altLang="ko-KR"/>
              <a:t>1</a:t>
            </a:r>
            <a:r>
              <a:rPr lang="ko-KR" altLang="en-US"/>
              <a:t>종</a:t>
            </a:r>
          </a:p>
          <a:p>
            <a:r>
              <a:rPr lang="ko-KR" altLang="en-US"/>
              <a:t>온라인 상세페이지용 제품컷 가이드</a:t>
            </a:r>
          </a:p>
        </p:txBody>
      </p:sp>
    </p:spTree>
    <p:extLst>
      <p:ext uri="{BB962C8B-B14F-4D97-AF65-F5344CB8AC3E}">
        <p14:creationId xmlns:p14="http://schemas.microsoft.com/office/powerpoint/2010/main" val="213693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3EEA6A-F759-4337-A864-56460249E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현재 패키지 진단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5CF773-FACA-46B5-A223-CC0726AB9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제품군 간 구분이 약해 매대에서 혼동 발생</a:t>
            </a:r>
          </a:p>
          <a:p>
            <a:r>
              <a:rPr lang="ko-KR" altLang="en-US"/>
              <a:t>성분 표기 영역이 좁아 법정 표기 배치가 어려움</a:t>
            </a:r>
          </a:p>
          <a:p>
            <a:r>
              <a:rPr lang="ko-KR" altLang="en-US"/>
              <a:t>무광 코팅으로 오염이 눈에 띄는 문제</a:t>
            </a:r>
          </a:p>
        </p:txBody>
      </p:sp>
    </p:spTree>
    <p:extLst>
      <p:ext uri="{BB962C8B-B14F-4D97-AF65-F5344CB8AC3E}">
        <p14:creationId xmlns:p14="http://schemas.microsoft.com/office/powerpoint/2010/main" val="2828553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AEF3C3-14D8-4ACB-8B59-DE6B1894D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디자인 전략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400DEC-F05F-487E-90FD-7961B1FBD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제품군별 컬러 밴드로 라인 구분</a:t>
            </a:r>
          </a:p>
          <a:p>
            <a:r>
              <a:rPr lang="ko-KR" altLang="en-US"/>
              <a:t>전면 여백 확대</a:t>
            </a:r>
            <a:r>
              <a:rPr lang="en-US" altLang="ko-KR"/>
              <a:t>, </a:t>
            </a:r>
            <a:r>
              <a:rPr lang="ko-KR" altLang="en-US"/>
              <a:t>정보는 측면과 후면으로 재배치</a:t>
            </a:r>
          </a:p>
          <a:p>
            <a:r>
              <a:rPr lang="ko-KR" altLang="en-US"/>
              <a:t>리필 파우치도 같은 밴드 체계 적용</a:t>
            </a:r>
          </a:p>
        </p:txBody>
      </p:sp>
    </p:spTree>
    <p:extLst>
      <p:ext uri="{BB962C8B-B14F-4D97-AF65-F5344CB8AC3E}">
        <p14:creationId xmlns:p14="http://schemas.microsoft.com/office/powerpoint/2010/main" val="1045920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B70C6F-5986-44FD-B50D-422BCFCF8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소재 및 후가공 제안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B83BA2-4C90-4882-A180-6CD4F5592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단상자</a:t>
            </a:r>
            <a:r>
              <a:rPr lang="en-US" altLang="ko-KR"/>
              <a:t>: </a:t>
            </a:r>
            <a:r>
              <a:rPr lang="ko-KR" altLang="en-US"/>
              <a:t>백판지 </a:t>
            </a:r>
            <a:r>
              <a:rPr lang="en-US" altLang="ko-KR"/>
              <a:t>350g, </a:t>
            </a:r>
            <a:r>
              <a:rPr lang="ko-KR" altLang="en-US"/>
              <a:t>무광 라미네이팅</a:t>
            </a:r>
          </a:p>
          <a:p>
            <a:r>
              <a:rPr lang="ko-KR" altLang="en-US"/>
              <a:t>라벨</a:t>
            </a:r>
            <a:r>
              <a:rPr lang="en-US" altLang="ko-KR"/>
              <a:t>: </a:t>
            </a:r>
            <a:r>
              <a:rPr lang="ko-KR" altLang="en-US"/>
              <a:t>유포지</a:t>
            </a:r>
            <a:r>
              <a:rPr lang="en-US" altLang="ko-KR"/>
              <a:t>, </a:t>
            </a:r>
            <a:r>
              <a:rPr lang="ko-KR" altLang="en-US"/>
              <a:t>부분 유광 코팅</a:t>
            </a:r>
          </a:p>
          <a:p>
            <a:r>
              <a:rPr lang="ko-KR" altLang="en-US"/>
              <a:t>리필 파우치</a:t>
            </a:r>
            <a:r>
              <a:rPr lang="en-US" altLang="ko-KR"/>
              <a:t>: </a:t>
            </a:r>
            <a:r>
              <a:rPr lang="ko-KR" altLang="en-US"/>
              <a:t>무광 알루미늄 복합</a:t>
            </a:r>
          </a:p>
        </p:txBody>
      </p:sp>
    </p:spTree>
    <p:extLst>
      <p:ext uri="{BB962C8B-B14F-4D97-AF65-F5344CB8AC3E}">
        <p14:creationId xmlns:p14="http://schemas.microsoft.com/office/powerpoint/2010/main" val="3282415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441142-282B-48F2-8D7C-CCAA7A4E8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작업 범위와 일정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F3F5D6-FBEB-444D-B2F8-612CE4A396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단상자 </a:t>
            </a:r>
            <a:r>
              <a:rPr lang="en-US" altLang="ko-KR"/>
              <a:t>5</a:t>
            </a:r>
            <a:r>
              <a:rPr lang="ko-KR" altLang="en-US"/>
              <a:t>종</a:t>
            </a:r>
            <a:r>
              <a:rPr lang="en-US" altLang="ko-KR"/>
              <a:t>, </a:t>
            </a:r>
            <a:r>
              <a:rPr lang="ko-KR" altLang="en-US"/>
              <a:t>라벨 </a:t>
            </a:r>
            <a:r>
              <a:rPr lang="en-US" altLang="ko-KR"/>
              <a:t>5</a:t>
            </a:r>
            <a:r>
              <a:rPr lang="ko-KR" altLang="en-US"/>
              <a:t>종</a:t>
            </a:r>
            <a:r>
              <a:rPr lang="en-US" altLang="ko-KR"/>
              <a:t>, </a:t>
            </a:r>
            <a:r>
              <a:rPr lang="ko-KR" altLang="en-US"/>
              <a:t>파우치 </a:t>
            </a:r>
            <a:r>
              <a:rPr lang="en-US" altLang="ko-KR"/>
              <a:t>1</a:t>
            </a:r>
            <a:r>
              <a:rPr lang="ko-KR" altLang="en-US"/>
              <a:t>종</a:t>
            </a:r>
          </a:p>
          <a:p>
            <a:r>
              <a:rPr lang="ko-KR" altLang="en-US"/>
              <a:t>킥오프 </a:t>
            </a:r>
            <a:r>
              <a:rPr lang="en-US" altLang="ko-KR"/>
              <a:t>2026-02-16, 1</a:t>
            </a:r>
            <a:r>
              <a:rPr lang="ko-KR" altLang="en-US"/>
              <a:t>차 시안 </a:t>
            </a:r>
            <a:r>
              <a:rPr lang="en-US" altLang="ko-KR"/>
              <a:t>2026-03-06</a:t>
            </a:r>
          </a:p>
          <a:p>
            <a:r>
              <a:rPr lang="ko-KR" altLang="en-US"/>
              <a:t>컬러 교정 </a:t>
            </a:r>
            <a:r>
              <a:rPr lang="en-US" altLang="ko-KR"/>
              <a:t>2026-03-27, </a:t>
            </a:r>
            <a:r>
              <a:rPr lang="ko-KR" altLang="en-US"/>
              <a:t>최종 </a:t>
            </a:r>
            <a:r>
              <a:rPr lang="en-US" altLang="ko-KR"/>
              <a:t>2026-04-10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1836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DA67F7-E116-464C-AF92-DEBA193B2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견적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971B8C-00CF-45C8-B31F-A27384942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단상자 </a:t>
            </a:r>
            <a:r>
              <a:rPr lang="en-US" altLang="ko-KR"/>
              <a:t>5</a:t>
            </a:r>
            <a:r>
              <a:rPr lang="ko-KR" altLang="en-US"/>
              <a:t>종 </a:t>
            </a:r>
            <a:r>
              <a:rPr lang="en-US" altLang="ko-KR"/>
              <a:t>350</a:t>
            </a:r>
            <a:r>
              <a:rPr lang="ko-KR" altLang="en-US"/>
              <a:t>만원</a:t>
            </a:r>
          </a:p>
          <a:p>
            <a:r>
              <a:rPr lang="ko-KR" altLang="en-US"/>
              <a:t>라벨 </a:t>
            </a:r>
            <a:r>
              <a:rPr lang="en-US" altLang="ko-KR"/>
              <a:t>5</a:t>
            </a:r>
            <a:r>
              <a:rPr lang="ko-KR" altLang="en-US"/>
              <a:t>종 </a:t>
            </a:r>
            <a:r>
              <a:rPr lang="en-US" altLang="ko-KR"/>
              <a:t>160</a:t>
            </a:r>
            <a:r>
              <a:rPr lang="ko-KR" altLang="en-US"/>
              <a:t>만원</a:t>
            </a:r>
          </a:p>
          <a:p>
            <a:r>
              <a:rPr lang="ko-KR" altLang="en-US"/>
              <a:t>리필 파우치 </a:t>
            </a:r>
            <a:r>
              <a:rPr lang="en-US" altLang="ko-KR"/>
              <a:t>90</a:t>
            </a:r>
            <a:r>
              <a:rPr lang="ko-KR" altLang="en-US"/>
              <a:t>만원</a:t>
            </a:r>
          </a:p>
          <a:p>
            <a:r>
              <a:rPr lang="ko-KR" altLang="en-US"/>
              <a:t>합계 </a:t>
            </a:r>
            <a:r>
              <a:rPr lang="en-US" altLang="ko-KR"/>
              <a:t>600</a:t>
            </a:r>
            <a:r>
              <a:rPr lang="ko-KR" altLang="en-US"/>
              <a:t>만원 </a:t>
            </a:r>
            <a:r>
              <a:rPr lang="en-US" altLang="ko-KR"/>
              <a:t>(</a:t>
            </a:r>
            <a:r>
              <a:rPr lang="ko-KR" altLang="en-US"/>
              <a:t>부가세 별도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699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CC924F-7C07-48B9-A943-AC5A2BD98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인쇄 협력 관계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D05166-E02F-4B9D-BAAB-CF43A8B78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인쇄</a:t>
            </a:r>
            <a:r>
              <a:rPr lang="en-US" altLang="ko-KR"/>
              <a:t>: </a:t>
            </a:r>
            <a:r>
              <a:rPr lang="ko-KR" altLang="en-US"/>
              <a:t>한결인쇄</a:t>
            </a:r>
            <a:r>
              <a:rPr lang="en-US" altLang="ko-KR"/>
              <a:t>, </a:t>
            </a:r>
            <a:r>
              <a:rPr lang="ko-KR" altLang="en-US"/>
              <a:t>교정 </a:t>
            </a:r>
            <a:r>
              <a:rPr lang="en-US" altLang="ko-KR"/>
              <a:t>2</a:t>
            </a:r>
            <a:r>
              <a:rPr lang="ko-KR" altLang="en-US"/>
              <a:t>회 포함</a:t>
            </a:r>
          </a:p>
          <a:p>
            <a:r>
              <a:rPr lang="ko-KR" altLang="en-US"/>
              <a:t>라벨</a:t>
            </a:r>
            <a:r>
              <a:rPr lang="en-US" altLang="ko-KR"/>
              <a:t>: </a:t>
            </a:r>
            <a:r>
              <a:rPr lang="ko-KR" altLang="en-US"/>
              <a:t>새벽라벨</a:t>
            </a:r>
          </a:p>
          <a:p>
            <a:r>
              <a:rPr lang="ko-KR" altLang="en-US"/>
              <a:t>교정 입회는 스튜디오가 대행</a:t>
            </a:r>
          </a:p>
        </p:txBody>
      </p:sp>
    </p:spTree>
    <p:extLst>
      <p:ext uri="{BB962C8B-B14F-4D97-AF65-F5344CB8AC3E}">
        <p14:creationId xmlns:p14="http://schemas.microsoft.com/office/powerpoint/2010/main" val="1909531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</Words>
  <Application>Microsoft Office PowerPoint</Application>
  <PresentationFormat>와이드스크린</PresentationFormat>
  <Paragraphs>31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달뜰코스메틱 패키지 리뉴얼 제안</vt:lpstr>
      <vt:lpstr>의뢰 내용</vt:lpstr>
      <vt:lpstr>현재 패키지 진단</vt:lpstr>
      <vt:lpstr>디자인 전략</vt:lpstr>
      <vt:lpstr>소재 및 후가공 제안</vt:lpstr>
      <vt:lpstr>작업 범위와 일정</vt:lpstr>
      <vt:lpstr>견적</vt:lpstr>
      <vt:lpstr>인쇄 협력 관계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달뜰코스메틱 패키지 리뉴얼 제안</dc:title>
  <dc:creator>정재원/UX Innovation Lab(SR)/삼성전자</dc:creator>
  <cp:lastModifiedBy>정재원/UX Innovation Lab(SR)/삼성전자</cp:lastModifiedBy>
  <cp:revision>1</cp:revision>
  <dcterms:created xsi:type="dcterms:W3CDTF">2026-10-14T07:54:35Z</dcterms:created>
  <dcterms:modified xsi:type="dcterms:W3CDTF">2026-10-14T07:54:35Z</dcterms:modified>
</cp:coreProperties>
</file>