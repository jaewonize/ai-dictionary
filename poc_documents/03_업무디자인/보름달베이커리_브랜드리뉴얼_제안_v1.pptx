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C0E47-965C-4B43-A970-65BDC0272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9E9A2A-220D-49F4-871F-4B47B2D50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5F4B1-6ADB-453C-9D8D-A06A3435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FA5F0-2034-4A38-AB3D-86631B83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2B598-A3CC-44C0-A8EF-B3C0A703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04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0BA9B-0A96-4647-9401-3EEF2FB3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6D49A7-013E-48C0-8345-224D93FA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305AA9-3148-49BF-9B67-AAB7CCD2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94BE0-F967-4371-8284-EF4ED3E4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751FC-7495-4A88-B00B-9541D79B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95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68A3A-023E-4962-8846-AE661B73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6019F1-F7BD-45C9-B4CF-A83A2379D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47A91-3031-4753-BDB3-3D87B399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9A96A-74A7-421A-8520-679DF2AC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E999A-96E9-421E-8F85-91FAFAC4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19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F8EDB-7842-463B-9FCC-D0506F20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DEE3A-6CA6-43FB-8540-DEE70C9FE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CC5F20-5D5F-450B-B79D-287C43B2D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F4D0AE-F221-4012-B773-C581C6E9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6C9C0E-3677-4C6E-B5B3-44444100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DB9AE7-48AB-41DC-AD07-45AB69C7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0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7D458-3129-4EFB-A5E5-488E9D20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3B7CBC-C0EA-44BD-A359-99C817DDD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071C11-03C4-463B-A582-37A14C4B7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5D3893-B444-48EB-8777-82A0FAE80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296B7E-D503-4C35-8B1B-1CBA29745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167A26-1D4E-44B4-BC12-C238F198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EDC79A-23E2-4D42-9424-D65BE29C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EDB4FF-DF20-4E15-BB15-B11C993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DE9F3-46C6-4D03-8057-986222E6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9E2751-A48D-4C15-A771-091A09FD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53C922-AFFF-4391-83F9-0670B866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77E62E-A5E5-4306-8634-6A4D11D1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7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66B7EA-BBB6-4767-B48E-4C6A0DF5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93E02B-823B-4EF5-931D-703B02EB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CDF68-F632-4989-9AC8-F983C837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4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6083E-F720-4F81-BDBD-86508AE1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049B95-F89D-4125-A21D-B3EC0A482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F6E375-6753-4E1A-BB67-32FA22FF3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6626ED-9920-47B8-97A4-878F5FEB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720A68-06B9-491F-9D7D-3AECBA68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56AE9A-D67A-474B-A83D-FCDEFFCD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72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69B89-3792-4D42-8890-BCCEBED1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DA9094-4388-4C54-8BF7-F403CC601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A18D28-92BD-4D98-81CD-C63A5EBFF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9DCB6-D8CF-486F-B538-387017F5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2FA9A-D9F8-4516-9835-7510D654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57A338-B39F-44D4-A0AA-53DF5A4F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3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11F15-EC86-4D4A-BB73-9E43460A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D0111-5A5D-445C-942D-1B4EA2C95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C69F80-D50C-4836-98F2-DD692427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B08DA-E38A-4E92-B8AA-FDD3EECA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C2B45-6585-440C-B5DD-3DB0E830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7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203303-8D75-4EFE-8876-CBA6B0441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C3D5FE-B7E7-49BC-AA0D-9EE31445A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E0772-AE57-4456-A559-87F57429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A2F9D-22F7-40FB-B590-6F7D6374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5ED1C-3481-4248-8488-E7B0773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817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D4F94-A04D-4285-A7CC-F68238F4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6167C0-938F-4E50-9F40-BF5ECE606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ACD2A-42D9-4A3A-AA5D-9CEADD22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9015F-885C-45C9-A5D7-69C61F48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7F2F4-F920-46AE-A8DC-8B4C9B1B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71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E8D58D-ECC0-4F76-931A-3FCDEA72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551E9E-3116-476B-BF25-2F49254B9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4917F1-DEED-41DC-85EE-D783CA707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564FE-D5BD-435F-A837-EF32C986E27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5487A-DABE-4296-AD91-DD2E0BA16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6C92D-007B-4D20-8CFD-1ED74BB5A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D2EC6-7C8B-4EE0-BC37-FF3F73442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07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87EDD-4E7E-4959-BAE2-9238F07BF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보름달베이커리 브랜드 리뉴얼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A482FA-6731-44AC-914F-5E1DBD69A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스튜디오 여백 </a:t>
            </a:r>
            <a:r>
              <a:rPr lang="en-US" altLang="ko-KR"/>
              <a:t>| </a:t>
            </a:r>
            <a:r>
              <a:rPr lang="ko-KR" altLang="en-US"/>
              <a:t>윤지아 </a:t>
            </a:r>
            <a:r>
              <a:rPr lang="en-US" altLang="ko-KR"/>
              <a:t>| 2025-03-11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09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E1DD-F2C4-4FC0-9283-22153B67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배경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7E801-0793-453E-8953-E2CC1C752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2019</a:t>
            </a:r>
            <a:r>
              <a:rPr lang="ko-KR" altLang="en-US"/>
              <a:t>년 창업 이후 로고 </a:t>
            </a:r>
            <a:r>
              <a:rPr lang="en-US" altLang="ko-KR"/>
              <a:t>1</a:t>
            </a:r>
            <a:r>
              <a:rPr lang="ko-KR" altLang="en-US"/>
              <a:t>회 변경</a:t>
            </a:r>
            <a:r>
              <a:rPr lang="en-US" altLang="ko-KR"/>
              <a:t>, </a:t>
            </a:r>
            <a:r>
              <a:rPr lang="ko-KR" altLang="en-US"/>
              <a:t>매장 </a:t>
            </a:r>
            <a:r>
              <a:rPr lang="en-US" altLang="ko-KR"/>
              <a:t>3</a:t>
            </a:r>
            <a:r>
              <a:rPr lang="ko-KR" altLang="en-US"/>
              <a:t>개점으로 확장</a:t>
            </a:r>
          </a:p>
          <a:p>
            <a:r>
              <a:rPr lang="ko-KR" altLang="en-US"/>
              <a:t>매장별 간판과 포장재 톤이 어긋나 브랜드 인지 분산</a:t>
            </a:r>
          </a:p>
          <a:p>
            <a:r>
              <a:rPr lang="en-US" altLang="ko-KR"/>
              <a:t>20~30</a:t>
            </a:r>
            <a:r>
              <a:rPr lang="ko-KR" altLang="en-US"/>
              <a:t>대 유입 증가에 맞춘 시각 언어 재정의 필요</a:t>
            </a:r>
          </a:p>
        </p:txBody>
      </p:sp>
    </p:spTree>
    <p:extLst>
      <p:ext uri="{BB962C8B-B14F-4D97-AF65-F5344CB8AC3E}">
        <p14:creationId xmlns:p14="http://schemas.microsoft.com/office/powerpoint/2010/main" val="305529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61846-D189-43F1-B907-DD165CA1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현황 진단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2DBF3D-636E-4F32-BBAB-E3EEFAA0B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</a:t>
            </a:r>
            <a:r>
              <a:rPr lang="en-US" altLang="ko-KR"/>
              <a:t>: </a:t>
            </a:r>
            <a:r>
              <a:rPr lang="ko-KR" altLang="en-US"/>
              <a:t>세리프 디테일 과다로 소형 적용 시 가독성 저하</a:t>
            </a:r>
          </a:p>
          <a:p>
            <a:r>
              <a:rPr lang="ko-KR" altLang="en-US"/>
              <a:t>컬러</a:t>
            </a:r>
            <a:r>
              <a:rPr lang="en-US" altLang="ko-KR"/>
              <a:t>: </a:t>
            </a:r>
            <a:r>
              <a:rPr lang="ko-KR" altLang="en-US"/>
              <a:t>브라운 단일 운용</a:t>
            </a:r>
            <a:r>
              <a:rPr lang="en-US" altLang="ko-KR"/>
              <a:t>, </a:t>
            </a:r>
            <a:r>
              <a:rPr lang="ko-KR" altLang="en-US"/>
              <a:t>계절 프로모션 대응 불가</a:t>
            </a:r>
          </a:p>
          <a:p>
            <a:r>
              <a:rPr lang="ko-KR" altLang="en-US"/>
              <a:t>포장재</a:t>
            </a:r>
            <a:r>
              <a:rPr lang="en-US" altLang="ko-KR"/>
              <a:t>: 5</a:t>
            </a:r>
            <a:r>
              <a:rPr lang="ko-KR" altLang="en-US"/>
              <a:t>종 혼용으로 인쇄 단가 비효율</a:t>
            </a:r>
          </a:p>
        </p:txBody>
      </p:sp>
    </p:spTree>
    <p:extLst>
      <p:ext uri="{BB962C8B-B14F-4D97-AF65-F5344CB8AC3E}">
        <p14:creationId xmlns:p14="http://schemas.microsoft.com/office/powerpoint/2010/main" val="70298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ACC8A-1B79-40A9-A58A-4B4EDBA4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리뉴얼 방향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481E1-F387-4932-9A62-E7B577897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따뜻함은 유지하되 선을 단순화한 워드마크</a:t>
            </a:r>
          </a:p>
          <a:p>
            <a:r>
              <a:rPr lang="ko-KR" altLang="en-US"/>
              <a:t>메인 컬러 </a:t>
            </a:r>
            <a:r>
              <a:rPr lang="en-US" altLang="ko-KR"/>
              <a:t>1 + </a:t>
            </a:r>
            <a:r>
              <a:rPr lang="ko-KR" altLang="en-US"/>
              <a:t>서브 컬러 </a:t>
            </a:r>
            <a:r>
              <a:rPr lang="en-US" altLang="ko-KR"/>
              <a:t>3</a:t>
            </a:r>
            <a:r>
              <a:rPr lang="ko-KR" altLang="en-US"/>
              <a:t>의 계절 팔레트</a:t>
            </a:r>
          </a:p>
          <a:p>
            <a:r>
              <a:rPr lang="ko-KR" altLang="en-US"/>
              <a:t>패키지 </a:t>
            </a:r>
            <a:r>
              <a:rPr lang="en-US" altLang="ko-KR"/>
              <a:t>3</a:t>
            </a:r>
            <a:r>
              <a:rPr lang="ko-KR" altLang="en-US"/>
              <a:t>종으로 통합</a:t>
            </a:r>
            <a:r>
              <a:rPr lang="en-US" altLang="ko-KR"/>
              <a:t>, </a:t>
            </a:r>
            <a:r>
              <a:rPr lang="ko-KR" altLang="en-US"/>
              <a:t>스티커로 품목 구분</a:t>
            </a:r>
          </a:p>
        </p:txBody>
      </p:sp>
    </p:spTree>
    <p:extLst>
      <p:ext uri="{BB962C8B-B14F-4D97-AF65-F5344CB8AC3E}">
        <p14:creationId xmlns:p14="http://schemas.microsoft.com/office/powerpoint/2010/main" val="266262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BFD3F-9874-42C6-89CC-D6E636F4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472D48-0823-493D-AE6B-8EF10BB57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리디자인 및 응용 시스템</a:t>
            </a:r>
          </a:p>
          <a:p>
            <a:r>
              <a:rPr lang="ko-KR" altLang="en-US"/>
              <a:t>컬러와 타이포 가이드 문서 </a:t>
            </a:r>
            <a:r>
              <a:rPr lang="en-US" altLang="ko-KR"/>
              <a:t>1</a:t>
            </a:r>
            <a:r>
              <a:rPr lang="ko-KR" altLang="en-US"/>
              <a:t>부</a:t>
            </a:r>
          </a:p>
          <a:p>
            <a:r>
              <a:rPr lang="ko-KR" altLang="en-US"/>
              <a:t>패키지 </a:t>
            </a:r>
            <a:r>
              <a:rPr lang="en-US" altLang="ko-KR"/>
              <a:t>3</a:t>
            </a:r>
            <a:r>
              <a:rPr lang="ko-KR" altLang="en-US"/>
              <a:t>종 </a:t>
            </a:r>
            <a:r>
              <a:rPr lang="en-US" altLang="ko-KR"/>
              <a:t>(</a:t>
            </a:r>
            <a:r>
              <a:rPr lang="ko-KR" altLang="en-US"/>
              <a:t>쇼핑백</a:t>
            </a:r>
            <a:r>
              <a:rPr lang="en-US" altLang="ko-KR"/>
              <a:t>, </a:t>
            </a:r>
            <a:r>
              <a:rPr lang="ko-KR" altLang="en-US"/>
              <a:t>케이크박스</a:t>
            </a:r>
            <a:r>
              <a:rPr lang="en-US" altLang="ko-KR"/>
              <a:t>, </a:t>
            </a:r>
            <a:r>
              <a:rPr lang="ko-KR" altLang="en-US"/>
              <a:t>테이크아웃컵</a:t>
            </a:r>
            <a:r>
              <a:rPr lang="en-US" altLang="ko-KR"/>
              <a:t>)</a:t>
            </a:r>
          </a:p>
          <a:p>
            <a:r>
              <a:rPr lang="ko-KR" altLang="en-US"/>
              <a:t>간판 시안 </a:t>
            </a:r>
            <a:r>
              <a:rPr lang="en-US" altLang="ko-KR"/>
              <a:t>2</a:t>
            </a:r>
            <a:r>
              <a:rPr lang="ko-KR" altLang="en-US"/>
              <a:t>종</a:t>
            </a:r>
          </a:p>
        </p:txBody>
      </p:sp>
    </p:spTree>
    <p:extLst>
      <p:ext uri="{BB962C8B-B14F-4D97-AF65-F5344CB8AC3E}">
        <p14:creationId xmlns:p14="http://schemas.microsoft.com/office/powerpoint/2010/main" val="404227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1DD98-6959-44E2-AE86-10B08323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일정 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A6A3B5-BCD9-4D7E-88B9-3EDBADD94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주차</a:t>
            </a:r>
            <a:r>
              <a:rPr lang="en-US" altLang="ko-KR"/>
              <a:t>: </a:t>
            </a:r>
            <a:r>
              <a:rPr lang="ko-KR" altLang="en-US"/>
              <a:t>킥오프 및 리서치</a:t>
            </a:r>
          </a:p>
          <a:p>
            <a:r>
              <a:rPr lang="en-US" altLang="ko-KR"/>
              <a:t>2~4</a:t>
            </a:r>
            <a:r>
              <a:rPr lang="ko-KR" altLang="en-US"/>
              <a:t>주차</a:t>
            </a:r>
            <a:r>
              <a:rPr lang="en-US" altLang="ko-KR"/>
              <a:t>: </a:t>
            </a:r>
            <a:r>
              <a:rPr lang="ko-KR" altLang="en-US"/>
              <a:t>로고 시안 </a:t>
            </a:r>
            <a:r>
              <a:rPr lang="en-US" altLang="ko-KR"/>
              <a:t>3</a:t>
            </a:r>
            <a:r>
              <a:rPr lang="ko-KR" altLang="en-US"/>
              <a:t>안 제시</a:t>
            </a:r>
          </a:p>
          <a:p>
            <a:r>
              <a:rPr lang="en-US" altLang="ko-KR"/>
              <a:t>5~6</a:t>
            </a:r>
            <a:r>
              <a:rPr lang="ko-KR" altLang="en-US"/>
              <a:t>주차</a:t>
            </a:r>
            <a:r>
              <a:rPr lang="en-US" altLang="ko-KR"/>
              <a:t>: </a:t>
            </a:r>
            <a:r>
              <a:rPr lang="ko-KR" altLang="en-US"/>
              <a:t>선정안 보완 및 응용</a:t>
            </a:r>
          </a:p>
          <a:p>
            <a:r>
              <a:rPr lang="en-US" altLang="ko-KR"/>
              <a:t>7~8</a:t>
            </a:r>
            <a:r>
              <a:rPr lang="ko-KR" altLang="en-US"/>
              <a:t>주차</a:t>
            </a:r>
            <a:r>
              <a:rPr lang="en-US" altLang="ko-KR"/>
              <a:t>: </a:t>
            </a:r>
            <a:r>
              <a:rPr lang="ko-KR" altLang="en-US"/>
              <a:t>가이드 문서 및 최종 납품</a:t>
            </a:r>
          </a:p>
        </p:txBody>
      </p:sp>
    </p:spTree>
    <p:extLst>
      <p:ext uri="{BB962C8B-B14F-4D97-AF65-F5344CB8AC3E}">
        <p14:creationId xmlns:p14="http://schemas.microsoft.com/office/powerpoint/2010/main" val="374684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36259-223F-4456-AF98-C6E08B37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견적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18FBFF-8F3A-4FCA-B134-54A6FFA04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리디자인 </a:t>
            </a:r>
            <a:r>
              <a:rPr lang="en-US" altLang="ko-KR"/>
              <a:t>480</a:t>
            </a:r>
            <a:r>
              <a:rPr lang="ko-KR" altLang="en-US"/>
              <a:t>만원</a:t>
            </a:r>
          </a:p>
          <a:p>
            <a:r>
              <a:rPr lang="ko-KR" altLang="en-US"/>
              <a:t>패키지 </a:t>
            </a:r>
            <a:r>
              <a:rPr lang="en-US" altLang="ko-KR"/>
              <a:t>3</a:t>
            </a:r>
            <a:r>
              <a:rPr lang="ko-KR" altLang="en-US"/>
              <a:t>종 </a:t>
            </a:r>
            <a:r>
              <a:rPr lang="en-US" altLang="ko-KR"/>
              <a:t>320</a:t>
            </a:r>
            <a:r>
              <a:rPr lang="ko-KR" altLang="en-US"/>
              <a:t>만원</a:t>
            </a:r>
          </a:p>
          <a:p>
            <a:r>
              <a:rPr lang="ko-KR" altLang="en-US"/>
              <a:t>가이드 문서 </a:t>
            </a:r>
            <a:r>
              <a:rPr lang="en-US" altLang="ko-KR"/>
              <a:t>150</a:t>
            </a:r>
            <a:r>
              <a:rPr lang="ko-KR" altLang="en-US"/>
              <a:t>만원</a:t>
            </a:r>
          </a:p>
          <a:p>
            <a:r>
              <a:rPr lang="ko-KR" altLang="en-US"/>
              <a:t>합계 </a:t>
            </a:r>
            <a:r>
              <a:rPr lang="en-US" altLang="ko-KR"/>
              <a:t>950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부가세 별도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85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13A98-52E0-4625-ACB8-9610A796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스튜디오 여백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DE2BD5-0CF8-40E9-8B31-009D86942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2018</a:t>
            </a:r>
            <a:r>
              <a:rPr lang="ko-KR" altLang="en-US"/>
              <a:t>년 설립</a:t>
            </a:r>
            <a:r>
              <a:rPr lang="en-US" altLang="ko-KR"/>
              <a:t>, 1</a:t>
            </a:r>
            <a:r>
              <a:rPr lang="ko-KR" altLang="en-US"/>
              <a:t>인 스튜디오</a:t>
            </a:r>
          </a:p>
          <a:p>
            <a:r>
              <a:rPr lang="ko-KR" altLang="en-US"/>
              <a:t>브랜딩과 패키지</a:t>
            </a:r>
            <a:r>
              <a:rPr lang="en-US" altLang="ko-KR"/>
              <a:t>, </a:t>
            </a:r>
            <a:r>
              <a:rPr lang="ko-KR" altLang="en-US"/>
              <a:t>편집 디자인</a:t>
            </a:r>
          </a:p>
          <a:p>
            <a:r>
              <a:rPr lang="ko-KR" altLang="en-US"/>
              <a:t>카페와 베이커리 브랜딩 </a:t>
            </a:r>
            <a:r>
              <a:rPr lang="en-US" altLang="ko-KR"/>
              <a:t>11</a:t>
            </a:r>
            <a:r>
              <a:rPr lang="ko-KR" altLang="en-US"/>
              <a:t>건 수행</a:t>
            </a:r>
          </a:p>
        </p:txBody>
      </p:sp>
    </p:spTree>
    <p:extLst>
      <p:ext uri="{BB962C8B-B14F-4D97-AF65-F5344CB8AC3E}">
        <p14:creationId xmlns:p14="http://schemas.microsoft.com/office/powerpoint/2010/main" val="2495227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와이드스크린</PresentationFormat>
  <Paragraphs>33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보름달베이커리 브랜드 리뉴얼 제안</vt:lpstr>
      <vt:lpstr>프로젝트 배경</vt:lpstr>
      <vt:lpstr>현황 진단</vt:lpstr>
      <vt:lpstr>리뉴얼 방향</vt:lpstr>
      <vt:lpstr>작업 범위</vt:lpstr>
      <vt:lpstr>일정 계획</vt:lpstr>
      <vt:lpstr>견적 개요</vt:lpstr>
      <vt:lpstr>스튜디오 여백 소개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보름달베이커리 브랜드 리뉴얼 제안</dc:title>
  <dc:creator>정재원/UX Innovation Lab(SR)/삼성전자</dc:creator>
  <cp:lastModifiedBy>정재원/UX Innovation Lab(SR)/삼성전자</cp:lastModifiedBy>
  <cp:revision>1</cp:revision>
  <dcterms:created xsi:type="dcterms:W3CDTF">2026-10-14T07:54:33Z</dcterms:created>
  <dcterms:modified xsi:type="dcterms:W3CDTF">2026-10-14T07:54:34Z</dcterms:modified>
</cp:coreProperties>
</file>