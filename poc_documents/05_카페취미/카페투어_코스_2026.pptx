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9EE11-CE3A-4F5C-8F7E-F2A0FFF28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7F6A2C-3EE2-41E6-805D-7C7D4C3B5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05F29-0C2C-44E6-9056-61D3143F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D1A4D-8DFB-41CD-A1A3-5714F6EC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C3E86F-0D59-4B41-96FC-9976E26B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A3117-16DD-4A6E-A201-1737D618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FF6A6-9A07-437F-A69C-E4A2B0986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4916B-8A4E-4091-9005-AD8BB350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BC5EDB-DE08-4F71-A093-0705E04C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266C39-670F-44BC-9C4D-3842D4E0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95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65589-2811-4A9A-8390-039048F8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2497F9-3A7B-4946-A4F8-12683F2A8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2C3B8-8883-4DAE-88FC-05EA8DFE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F01AED-F9B2-4D52-A469-9304B819D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F0674-F4FD-4362-B027-54E1B9CF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16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728FC-FD1F-49C0-8304-886703ED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1D187-DDCD-431B-B18D-269D6E724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66377F-2FC4-4D4B-BBAE-4D186C36A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9E1D35-0B87-433C-A642-6E726446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90826B-0AA0-4702-A253-3B5720CA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9CACB5-7DDA-442D-9B5B-D60861D5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14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3BFE6-915F-401B-A76E-89C96247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D6BDFB-57B4-4773-B504-2A926D0D9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6B8B06-FA19-484A-9CDD-3C1A9AF46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A0FA1B-6E4A-4DFD-AF38-BBB319638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B0E610-2C20-4B2B-B204-F65D4FAD0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BF583F-D4F3-4376-AF89-CBE71D9C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32A8C8-CCF0-476A-BE63-123E92B2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75AECC-3F89-404C-85C0-96FFD8BC4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98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0F9BD-D059-4E75-9FFA-6B455E8D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4FFDCD-A14F-4EC7-8409-6726C8D6E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31BFBD-EA70-454E-BDD2-7E4789DD4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96AF8C-5F50-4196-8407-3699260E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37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6529E8-3017-4052-A972-B59AD9F9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523738-1EDA-4275-AC76-BC77F3CC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EDEA47-2B0F-4AF2-A0E9-F9131EBE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8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48194-CEA8-40C3-91E3-D035288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A1842-A61E-43BC-BA6E-17C6D155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A5FCB8-2672-4005-B302-9AFA5EA6E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D701C0-3647-4067-808C-ECA15ABE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3CF30-BAD0-4B73-AC9B-5D19C718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F86529-2724-4939-9570-A84230BBE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15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D3D76-5DCB-4191-8A09-710FFA0F8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9FBDF4-76B3-4C07-828C-CE276282C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0DD6AF-1F53-4031-8ADC-E786D20A7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F196F7-16C4-4897-8AB1-9885F00B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8275A2-2DF5-4A3F-B52B-C51B9DC2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490F4D-1249-453C-9D0B-03157126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67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19082-6C5A-438B-AA2A-904EA606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E98E74-1551-452A-A3B5-77AA0925B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A0A56B-8A36-453A-AAC1-B88EB2AC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E1D19-F5A4-4AE4-9E1E-97BEE606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1720B9-BBB3-4627-8125-92F979E7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53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CAD4C5-83F2-4382-B4D0-F2EB993761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B88EC7-8A5A-4DB5-A13F-EDF1AD635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AE9746-AF38-4FB0-89E3-B0CD9EDFB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1F6B4-5101-4E55-84C2-CB5C1D32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F8822F-9F47-49F9-AF24-69A5AE616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917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B9A9F-52A0-48EE-8C45-0CC62B4E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060C36-5656-411C-AC85-02C478790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D45DCB-8545-48B1-8F95-B199E361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5BBC16-D4B7-4787-AA7A-A15B93FE7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F6D7B-ABBF-490E-9799-3AC1DB15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37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0B1E32-3AAF-4393-B817-4F74405F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7C70F1-7E74-45CE-B1C7-D4F5EA57A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FEAEB-F018-47EB-9F25-34BE72F92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9F6B8-2B8F-4927-86DA-396BEEE5507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9F32C-6A9A-4C9A-9F96-A3E81FD16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28582-A7E8-44E0-96B4-F4E8AC835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0ADF7-A162-4C41-8AD8-42C005827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7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94B4F-EE77-489B-A897-BC894D768A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연남 망원 카페 투어 코스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392F3C-5053-449C-9E21-AA1C28DFF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모카 동반 반일 코스 </a:t>
            </a:r>
            <a:r>
              <a:rPr lang="en-US" altLang="ko-KR"/>
              <a:t>/ </a:t>
            </a:r>
            <a:r>
              <a:rPr lang="ko-KR" altLang="en-US"/>
              <a:t>작성 윤지아</a:t>
            </a:r>
          </a:p>
        </p:txBody>
      </p:sp>
    </p:spTree>
    <p:extLst>
      <p:ext uri="{BB962C8B-B14F-4D97-AF65-F5344CB8AC3E}">
        <p14:creationId xmlns:p14="http://schemas.microsoft.com/office/powerpoint/2010/main" val="426991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7DBFD-612A-48A0-82C5-74F5B2C4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코스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69AEEB-20CC-42E5-B6FB-042061C29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소요 시간</a:t>
            </a:r>
            <a:r>
              <a:rPr lang="en-US" altLang="ko-KR"/>
              <a:t>: </a:t>
            </a:r>
            <a:r>
              <a:rPr lang="ko-KR" altLang="en-US"/>
              <a:t>약 </a:t>
            </a:r>
            <a:r>
              <a:rPr lang="en-US" altLang="ko-KR"/>
              <a:t>4</a:t>
            </a:r>
            <a:r>
              <a:rPr lang="ko-KR" altLang="en-US"/>
              <a:t>시간 </a:t>
            </a:r>
            <a:r>
              <a:rPr lang="en-US" altLang="ko-KR"/>
              <a:t>30</a:t>
            </a:r>
            <a:r>
              <a:rPr lang="ko-KR" altLang="en-US"/>
              <a:t>분 </a:t>
            </a:r>
            <a:r>
              <a:rPr lang="en-US" altLang="ko-KR"/>
              <a:t>(</a:t>
            </a:r>
            <a:r>
              <a:rPr lang="ko-KR" altLang="en-US"/>
              <a:t>도보 기준</a:t>
            </a:r>
            <a:r>
              <a:rPr lang="en-US" altLang="ko-KR"/>
              <a:t>)</a:t>
            </a:r>
          </a:p>
          <a:p>
            <a:r>
              <a:rPr lang="ko-KR" altLang="en-US"/>
              <a:t>구간</a:t>
            </a:r>
            <a:r>
              <a:rPr lang="en-US" altLang="ko-KR"/>
              <a:t>: </a:t>
            </a:r>
            <a:r>
              <a:rPr lang="ko-KR" altLang="en-US"/>
              <a:t>연남동 </a:t>
            </a:r>
            <a:r>
              <a:rPr lang="en-US" altLang="ko-KR"/>
              <a:t>- </a:t>
            </a:r>
            <a:r>
              <a:rPr lang="ko-KR" altLang="en-US"/>
              <a:t>성산동 </a:t>
            </a:r>
            <a:r>
              <a:rPr lang="en-US" altLang="ko-KR"/>
              <a:t>- </a:t>
            </a:r>
            <a:r>
              <a:rPr lang="ko-KR" altLang="en-US"/>
              <a:t>망원동</a:t>
            </a:r>
          </a:p>
          <a:p>
            <a:r>
              <a:rPr lang="ko-KR" altLang="en-US"/>
              <a:t>동반</a:t>
            </a:r>
            <a:r>
              <a:rPr lang="en-US" altLang="ko-KR"/>
              <a:t>: </a:t>
            </a:r>
            <a:r>
              <a:rPr lang="ko-KR" altLang="en-US"/>
              <a:t>소형견 </a:t>
            </a:r>
            <a:r>
              <a:rPr lang="en-US" altLang="ko-KR"/>
              <a:t>1</a:t>
            </a:r>
            <a:r>
              <a:rPr lang="ko-KR" altLang="en-US"/>
              <a:t>마리 </a:t>
            </a:r>
            <a:r>
              <a:rPr lang="en-US" altLang="ko-KR"/>
              <a:t>(</a:t>
            </a:r>
            <a:r>
              <a:rPr lang="ko-KR" altLang="en-US"/>
              <a:t>모카</a:t>
            </a:r>
            <a:r>
              <a:rPr lang="en-US" altLang="ko-KR"/>
              <a:t>, 5kg)</a:t>
            </a:r>
          </a:p>
          <a:p>
            <a:r>
              <a:rPr lang="ko-KR" altLang="en-US"/>
              <a:t>예상 비용</a:t>
            </a:r>
            <a:r>
              <a:rPr lang="en-US" altLang="ko-KR"/>
              <a:t>: 1</a:t>
            </a:r>
            <a:r>
              <a:rPr lang="ko-KR" altLang="en-US"/>
              <a:t>인 </a:t>
            </a:r>
            <a:r>
              <a:rPr lang="en-US" altLang="ko-KR"/>
              <a:t>32,000</a:t>
            </a:r>
            <a:r>
              <a:rPr lang="ko-KR" altLang="en-US"/>
              <a:t>원 </a:t>
            </a:r>
            <a:r>
              <a:rPr lang="en-US" altLang="ko-KR"/>
              <a:t>(</a:t>
            </a:r>
            <a:r>
              <a:rPr lang="ko-KR" altLang="en-US"/>
              <a:t>음료 </a:t>
            </a:r>
            <a:r>
              <a:rPr lang="en-US" altLang="ko-KR"/>
              <a:t>3</a:t>
            </a:r>
            <a:r>
              <a:rPr lang="ko-KR" altLang="en-US"/>
              <a:t>잔 </a:t>
            </a:r>
            <a:r>
              <a:rPr lang="en-US" altLang="ko-KR"/>
              <a:t>+ </a:t>
            </a:r>
            <a:r>
              <a:rPr lang="ko-KR" altLang="en-US"/>
              <a:t>디저트</a:t>
            </a:r>
            <a:r>
              <a:rPr lang="en-US" altLang="ko-KR"/>
              <a:t>)</a:t>
            </a:r>
          </a:p>
          <a:p>
            <a:r>
              <a:rPr lang="ko-KR" altLang="en-US"/>
              <a:t>추천 시간</a:t>
            </a:r>
            <a:r>
              <a:rPr lang="en-US" altLang="ko-KR"/>
              <a:t>: </a:t>
            </a:r>
            <a:r>
              <a:rPr lang="ko-KR" altLang="en-US"/>
              <a:t>평일 오전 </a:t>
            </a:r>
            <a:r>
              <a:rPr lang="en-US" altLang="ko-KR"/>
              <a:t>10</a:t>
            </a:r>
            <a:r>
              <a:rPr lang="ko-KR" altLang="en-US"/>
              <a:t>시 출발</a:t>
            </a:r>
          </a:p>
        </p:txBody>
      </p:sp>
    </p:spTree>
    <p:extLst>
      <p:ext uri="{BB962C8B-B14F-4D97-AF65-F5344CB8AC3E}">
        <p14:creationId xmlns:p14="http://schemas.microsoft.com/office/powerpoint/2010/main" val="3957552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99A2D-218A-4011-ADBA-A460E21F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코스 </a:t>
            </a:r>
            <a:r>
              <a:rPr lang="en-US" altLang="ko-KR"/>
              <a:t>- </a:t>
            </a:r>
            <a:r>
              <a:rPr lang="ko-KR" altLang="en-US"/>
              <a:t>연남 로스터스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C5FFB8-5F7B-43AF-A10C-6ECE46E18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도착 </a:t>
            </a:r>
            <a:r>
              <a:rPr lang="en-US" altLang="ko-KR"/>
              <a:t>10:00, </a:t>
            </a:r>
            <a:r>
              <a:rPr lang="ko-KR" altLang="en-US"/>
              <a:t>체류 </a:t>
            </a:r>
            <a:r>
              <a:rPr lang="en-US" altLang="ko-KR"/>
              <a:t>50</a:t>
            </a:r>
            <a:r>
              <a:rPr lang="ko-KR" altLang="en-US"/>
              <a:t>분</a:t>
            </a:r>
          </a:p>
          <a:p>
            <a:r>
              <a:rPr lang="ko-KR" altLang="en-US"/>
              <a:t>추천</a:t>
            </a:r>
            <a:r>
              <a:rPr lang="en-US" altLang="ko-KR"/>
              <a:t>: </a:t>
            </a:r>
            <a:r>
              <a:rPr lang="ko-KR" altLang="en-US"/>
              <a:t>에티오피아 구지 핸드드립 </a:t>
            </a:r>
            <a:r>
              <a:rPr lang="en-US" altLang="ko-KR"/>
              <a:t>6,500</a:t>
            </a:r>
            <a:r>
              <a:rPr lang="ko-KR" altLang="en-US"/>
              <a:t>원</a:t>
            </a:r>
          </a:p>
          <a:p>
            <a:r>
              <a:rPr lang="ko-KR" altLang="en-US"/>
              <a:t>야외석 </a:t>
            </a:r>
            <a:r>
              <a:rPr lang="en-US" altLang="ko-KR"/>
              <a:t>4</a:t>
            </a:r>
            <a:r>
              <a:rPr lang="ko-KR" altLang="en-US"/>
              <a:t>석</a:t>
            </a:r>
            <a:r>
              <a:rPr lang="en-US" altLang="ko-KR"/>
              <a:t>, </a:t>
            </a:r>
            <a:r>
              <a:rPr lang="ko-KR" altLang="en-US"/>
              <a:t>실내 동반 가능</a:t>
            </a:r>
            <a:r>
              <a:rPr lang="en-US" altLang="ko-KR"/>
              <a:t>, </a:t>
            </a:r>
            <a:r>
              <a:rPr lang="ko-KR" altLang="en-US"/>
              <a:t>물그릇 제공</a:t>
            </a:r>
          </a:p>
          <a:p>
            <a:r>
              <a:rPr lang="ko-KR" altLang="en-US"/>
              <a:t>원두 </a:t>
            </a:r>
            <a:r>
              <a:rPr lang="en-US" altLang="ko-KR"/>
              <a:t>200g </a:t>
            </a:r>
            <a:r>
              <a:rPr lang="ko-KR" altLang="en-US"/>
              <a:t>구매 가능 </a:t>
            </a:r>
            <a:r>
              <a:rPr lang="en-US" altLang="ko-KR"/>
              <a:t>(19,000</a:t>
            </a:r>
            <a:r>
              <a:rPr lang="ko-KR" altLang="en-US"/>
              <a:t>원</a:t>
            </a:r>
            <a:r>
              <a:rPr lang="en-US" altLang="ko-KR"/>
              <a:t>)</a:t>
            </a:r>
          </a:p>
          <a:p>
            <a:r>
              <a:rPr lang="ko-KR" altLang="en-US"/>
              <a:t>주말 </a:t>
            </a:r>
            <a:r>
              <a:rPr lang="en-US" altLang="ko-KR"/>
              <a:t>11</a:t>
            </a:r>
            <a:r>
              <a:rPr lang="ko-KR" altLang="en-US"/>
              <a:t>시 이후 대기 발생</a:t>
            </a:r>
          </a:p>
        </p:txBody>
      </p:sp>
    </p:spTree>
    <p:extLst>
      <p:ext uri="{BB962C8B-B14F-4D97-AF65-F5344CB8AC3E}">
        <p14:creationId xmlns:p14="http://schemas.microsoft.com/office/powerpoint/2010/main" val="3922861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65501-6F1B-4E3E-9B7C-1775B109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코스 </a:t>
            </a:r>
            <a:r>
              <a:rPr lang="en-US" altLang="ko-KR"/>
              <a:t>- </a:t>
            </a:r>
            <a:r>
              <a:rPr lang="ko-KR" altLang="en-US"/>
              <a:t>성산 로스팅룸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49E25C-F84B-49E4-8836-275B61AB3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도보 </a:t>
            </a:r>
            <a:r>
              <a:rPr lang="en-US" altLang="ko-KR"/>
              <a:t>18</a:t>
            </a:r>
            <a:r>
              <a:rPr lang="ko-KR" altLang="en-US"/>
              <a:t>분 이동</a:t>
            </a:r>
            <a:r>
              <a:rPr lang="en-US" altLang="ko-KR"/>
              <a:t>, </a:t>
            </a:r>
            <a:r>
              <a:rPr lang="ko-KR" altLang="en-US"/>
              <a:t>체류 </a:t>
            </a:r>
            <a:r>
              <a:rPr lang="en-US" altLang="ko-KR"/>
              <a:t>40</a:t>
            </a:r>
            <a:r>
              <a:rPr lang="ko-KR" altLang="en-US"/>
              <a:t>분</a:t>
            </a:r>
          </a:p>
          <a:p>
            <a:r>
              <a:rPr lang="ko-KR" altLang="en-US"/>
              <a:t>추천</a:t>
            </a:r>
            <a:r>
              <a:rPr lang="en-US" altLang="ko-KR"/>
              <a:t>: </a:t>
            </a:r>
            <a:r>
              <a:rPr lang="ko-KR" altLang="en-US"/>
              <a:t>로스팅 당일 원두 드립 </a:t>
            </a:r>
            <a:r>
              <a:rPr lang="en-US" altLang="ko-KR"/>
              <a:t>7,000</a:t>
            </a:r>
            <a:r>
              <a:rPr lang="ko-KR" altLang="en-US"/>
              <a:t>원</a:t>
            </a:r>
          </a:p>
          <a:p>
            <a:r>
              <a:rPr lang="ko-KR" altLang="en-US"/>
              <a:t>실내 동반 불가 </a:t>
            </a:r>
            <a:r>
              <a:rPr lang="en-US" altLang="ko-KR"/>
              <a:t>- </a:t>
            </a:r>
            <a:r>
              <a:rPr lang="ko-KR" altLang="en-US"/>
              <a:t>야외석 </a:t>
            </a:r>
            <a:r>
              <a:rPr lang="en-US" altLang="ko-KR"/>
              <a:t>8</a:t>
            </a:r>
            <a:r>
              <a:rPr lang="ko-KR" altLang="en-US"/>
              <a:t>석 이용</a:t>
            </a:r>
          </a:p>
          <a:p>
            <a:r>
              <a:rPr lang="ko-KR" altLang="en-US"/>
              <a:t>월요일 로스팅 데이</a:t>
            </a:r>
            <a:r>
              <a:rPr lang="en-US" altLang="ko-KR"/>
              <a:t>, </a:t>
            </a:r>
            <a:r>
              <a:rPr lang="ko-KR" altLang="en-US"/>
              <a:t>생두 구경 가능</a:t>
            </a:r>
          </a:p>
          <a:p>
            <a:r>
              <a:rPr lang="ko-KR" altLang="en-US"/>
              <a:t>그라인더 추천 상담 받기 좋음</a:t>
            </a:r>
          </a:p>
        </p:txBody>
      </p:sp>
    </p:spTree>
    <p:extLst>
      <p:ext uri="{BB962C8B-B14F-4D97-AF65-F5344CB8AC3E}">
        <p14:creationId xmlns:p14="http://schemas.microsoft.com/office/powerpoint/2010/main" val="71421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0E9BE-2F48-43E6-9375-7C973459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</a:t>
            </a:r>
            <a:r>
              <a:rPr lang="ko-KR" altLang="en-US"/>
              <a:t>코스 </a:t>
            </a:r>
            <a:r>
              <a:rPr lang="en-US" altLang="ko-KR"/>
              <a:t>- </a:t>
            </a:r>
            <a:r>
              <a:rPr lang="ko-KR" altLang="en-US"/>
              <a:t>망원 작은마당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59E06-A403-474B-8C51-95A8BF7D8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도보 </a:t>
            </a:r>
            <a:r>
              <a:rPr lang="en-US" altLang="ko-KR"/>
              <a:t>22</a:t>
            </a:r>
            <a:r>
              <a:rPr lang="ko-KR" altLang="en-US"/>
              <a:t>분 이동</a:t>
            </a:r>
            <a:r>
              <a:rPr lang="en-US" altLang="ko-KR"/>
              <a:t>, </a:t>
            </a:r>
            <a:r>
              <a:rPr lang="ko-KR" altLang="en-US"/>
              <a:t>체류 </a:t>
            </a:r>
            <a:r>
              <a:rPr lang="en-US" altLang="ko-KR"/>
              <a:t>60</a:t>
            </a:r>
            <a:r>
              <a:rPr lang="ko-KR" altLang="en-US"/>
              <a:t>분</a:t>
            </a:r>
          </a:p>
          <a:p>
            <a:r>
              <a:rPr lang="ko-KR" altLang="en-US"/>
              <a:t>추천</a:t>
            </a:r>
            <a:r>
              <a:rPr lang="en-US" altLang="ko-KR"/>
              <a:t>: </a:t>
            </a:r>
            <a:r>
              <a:rPr lang="ko-KR" altLang="en-US"/>
              <a:t>플랫화이트 </a:t>
            </a:r>
            <a:r>
              <a:rPr lang="en-US" altLang="ko-KR"/>
              <a:t>6,000</a:t>
            </a:r>
            <a:r>
              <a:rPr lang="ko-KR" altLang="en-US"/>
              <a:t>원 </a:t>
            </a:r>
            <a:r>
              <a:rPr lang="en-US" altLang="ko-KR"/>
              <a:t>+ </a:t>
            </a:r>
            <a:r>
              <a:rPr lang="ko-KR" altLang="en-US"/>
              <a:t>스콘 </a:t>
            </a:r>
            <a:r>
              <a:rPr lang="en-US" altLang="ko-KR"/>
              <a:t>4,500</a:t>
            </a:r>
            <a:r>
              <a:rPr lang="ko-KR" altLang="en-US"/>
              <a:t>원</a:t>
            </a:r>
          </a:p>
          <a:p>
            <a:r>
              <a:rPr lang="ko-KR" altLang="en-US"/>
              <a:t>마당 넓어 모카 활동 가능</a:t>
            </a:r>
          </a:p>
          <a:p>
            <a:r>
              <a:rPr lang="ko-KR" altLang="en-US"/>
              <a:t>주말 오후 혼잡</a:t>
            </a:r>
            <a:r>
              <a:rPr lang="en-US" altLang="ko-KR"/>
              <a:t>, </a:t>
            </a:r>
            <a:r>
              <a:rPr lang="ko-KR" altLang="en-US"/>
              <a:t>평일 추천</a:t>
            </a:r>
          </a:p>
          <a:p>
            <a:r>
              <a:rPr lang="ko-KR" altLang="en-US"/>
              <a:t>화장실 외부</a:t>
            </a:r>
            <a:r>
              <a:rPr lang="en-US" altLang="ko-KR"/>
              <a:t>, </a:t>
            </a:r>
            <a:r>
              <a:rPr lang="ko-KR" altLang="en-US"/>
              <a:t>반려견 대기 어려움</a:t>
            </a:r>
          </a:p>
        </p:txBody>
      </p:sp>
    </p:spTree>
    <p:extLst>
      <p:ext uri="{BB962C8B-B14F-4D97-AF65-F5344CB8AC3E}">
        <p14:creationId xmlns:p14="http://schemas.microsoft.com/office/powerpoint/2010/main" val="348328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574C9-FB12-4D28-A737-5662EFD16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운영 메모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0BF654-48B0-420E-B416-4735B86FF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총 도보 약 </a:t>
            </a:r>
            <a:r>
              <a:rPr lang="en-US" altLang="ko-KR"/>
              <a:t>3.4km, </a:t>
            </a:r>
            <a:r>
              <a:rPr lang="ko-KR" altLang="en-US"/>
              <a:t>중간에 망원 한강공원 산책 </a:t>
            </a:r>
            <a:r>
              <a:rPr lang="en-US" altLang="ko-KR"/>
              <a:t>15</a:t>
            </a:r>
            <a:r>
              <a:rPr lang="ko-KR" altLang="en-US"/>
              <a:t>분</a:t>
            </a:r>
          </a:p>
          <a:p>
            <a:r>
              <a:rPr lang="ko-KR" altLang="en-US"/>
              <a:t>여름에는 </a:t>
            </a:r>
            <a:r>
              <a:rPr lang="en-US" altLang="ko-KR"/>
              <a:t>2</a:t>
            </a:r>
            <a:r>
              <a:rPr lang="ko-KR" altLang="en-US"/>
              <a:t>코스 야외석이 더워 코스 순서 반대로</a:t>
            </a:r>
          </a:p>
          <a:p>
            <a:r>
              <a:rPr lang="ko-KR" altLang="en-US"/>
              <a:t>겨울에는 </a:t>
            </a:r>
            <a:r>
              <a:rPr lang="en-US" altLang="ko-KR"/>
              <a:t>1</a:t>
            </a:r>
            <a:r>
              <a:rPr lang="ko-KR" altLang="en-US"/>
              <a:t>코스 </a:t>
            </a:r>
            <a:r>
              <a:rPr lang="en-US" altLang="ko-KR"/>
              <a:t>- 3</a:t>
            </a:r>
            <a:r>
              <a:rPr lang="ko-KR" altLang="en-US"/>
              <a:t>코스로 단축 </a:t>
            </a:r>
            <a:r>
              <a:rPr lang="en-US" altLang="ko-KR"/>
              <a:t>(2</a:t>
            </a:r>
            <a:r>
              <a:rPr lang="ko-KR" altLang="en-US"/>
              <a:t>코스 생략</a:t>
            </a:r>
            <a:r>
              <a:rPr lang="en-US" altLang="ko-KR"/>
              <a:t>)</a:t>
            </a:r>
          </a:p>
          <a:p>
            <a:r>
              <a:rPr lang="ko-KR" altLang="en-US"/>
              <a:t>카페 기록표에 방문일과 평점 당일 입력</a:t>
            </a:r>
          </a:p>
          <a:p>
            <a:r>
              <a:rPr lang="ko-KR" altLang="en-US"/>
              <a:t>다음 확장 후보</a:t>
            </a:r>
            <a:r>
              <a:rPr lang="en-US" altLang="ko-KR"/>
              <a:t>: </a:t>
            </a:r>
            <a:r>
              <a:rPr lang="ko-KR" altLang="en-US"/>
              <a:t>합정 흰고래</a:t>
            </a:r>
            <a:r>
              <a:rPr lang="en-US" altLang="ko-KR"/>
              <a:t>, </a:t>
            </a:r>
            <a:r>
              <a:rPr lang="ko-KR" altLang="en-US"/>
              <a:t>서교 느린오후</a:t>
            </a:r>
          </a:p>
        </p:txBody>
      </p:sp>
    </p:spTree>
    <p:extLst>
      <p:ext uri="{BB962C8B-B14F-4D97-AF65-F5344CB8AC3E}">
        <p14:creationId xmlns:p14="http://schemas.microsoft.com/office/powerpoint/2010/main" val="141131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와이드스크린</PresentationFormat>
  <Paragraphs>32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연남 망원 카페 투어 코스</vt:lpstr>
      <vt:lpstr>코스 개요</vt:lpstr>
      <vt:lpstr>1코스 - 연남 로스터스</vt:lpstr>
      <vt:lpstr>2코스 - 성산 로스팅룸</vt:lpstr>
      <vt:lpstr>3코스 - 망원 작은마당</vt:lpstr>
      <vt:lpstr>운영 메모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연남 망원 카페 투어 코스</dc:title>
  <dc:creator>정재원/UX Innovation Lab(SR)/삼성전자</dc:creator>
  <cp:lastModifiedBy>정재원/UX Innovation Lab(SR)/삼성전자</cp:lastModifiedBy>
  <cp:revision>1</cp:revision>
  <dcterms:created xsi:type="dcterms:W3CDTF">2026-10-14T02:18:10Z</dcterms:created>
  <dcterms:modified xsi:type="dcterms:W3CDTF">2026-10-14T02:18:10Z</dcterms:modified>
</cp:coreProperties>
</file>