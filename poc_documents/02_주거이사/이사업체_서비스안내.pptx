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B3C39-99CB-4123-A389-9183BB242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18BEE0-15D9-4285-9489-9A00F8FFD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BFEE4-6ECF-4E7D-B4B8-0E98E915E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E5CD21-2418-4721-BC99-542069D3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2A7F7-3DBE-4A6A-A208-C772EEDAB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2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5F860-129F-4E70-8823-34226AB6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469B5-4445-4947-8D84-7D0AAEE0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DFBC9-E47E-466A-9ECB-181DA9FE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B1C49F-5A1A-46EA-BBE5-57FCB7A2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0DDB7-9DD0-42B0-AE1D-BE03D0F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75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7F3E0-0073-4F50-BF6A-2646DDF6C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37D215-89B0-4761-B4E2-FE2C977F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AF8977-BB95-4D8D-9153-C8D4C22C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D3ADFF-DEBD-4FD4-917F-62296AB0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0825D-FB96-424F-9C4A-D1CE9276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33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FF3F4-55DD-448D-B045-C03F31F6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F72CB-7C56-4195-B192-6DB35CBA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A42656-638A-44A5-81D1-DA90ECCD5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EDC8C7-664E-4A47-9B21-1947BCB8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6E5609-39D6-482F-942A-41CC773F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DA01C-AE0C-4F51-996E-FF57DEC3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5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92720-0D7E-4BEC-BD2F-0EFC9F98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A6B771-43CB-4E4C-BAAB-75203540E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5EE41A-C431-4B0F-8F14-69447A572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B04501-B31A-43BA-8D73-5B7B37CBC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D8C71D-801A-4DB4-935C-556FCC722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E4C8DA-78D0-41CB-BDDA-1D4D9E04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4D89A7-76C2-4D9F-A656-23B35C80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2BD024-9ACD-4397-88E9-50288AD5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3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A12F8-EB7E-4D41-8A55-7D5384C6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708E89-56E4-429C-8B35-6BFF6A91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EFD859-D616-4C78-B033-A0E69442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A27691-0EAD-460F-B7D9-9990C397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17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6F2D6E-3034-40B2-861A-DA586B9A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B8F711-B08D-483F-84A3-C1812F9C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932CF7-A960-491D-B1D1-54C67D54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31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2D2D6-CCA4-4E86-B3B8-1D0B28F1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61A2A-48C0-4EBB-ADE2-5584FBB60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BAA037-6149-4670-9DA8-6BD79799B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783618-E6DB-4625-BB51-556D076D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4B366A-4C35-43C5-8F69-BBE7920ED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55C496-B6CB-4C5D-A69B-045928CD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97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E84F5-1422-4D0E-AD4C-DF6C456E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575DF8-96D3-4837-9A9C-8078F74EC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BCE129-49AA-4DE8-B985-C93021BE8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3033E1-2A75-452D-B3A3-F12DF6C7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78BFE7-EE81-4758-B1C8-492DF138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35B9FB-2629-486B-9762-BB93DB19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16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E2A05-3E26-4014-9C15-EF0D4CDB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6E23A0-CFAF-489F-A814-62AC464CB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EAA5CF-C6EF-448C-9D13-BE85C176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0BA7A9-4CA1-4DE8-94FD-49E2FED5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C9384D-DEBC-426C-9C41-A45E50DF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24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E29220-C7D8-4B0A-80A8-F729598C5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D4B6E1-FEED-445B-9844-9C8614916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26EB76-F123-4BA4-AF1F-27566DAF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C1644-B1DE-41F5-BAB5-89BB5027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58241E-6FDA-4623-A3F3-BC0646E2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977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68F28-7CC3-4645-9A0F-770A9F29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BE7A85-7396-4CCD-A5CE-9B2DBA8C4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B13BF-F4F4-4B8F-A3FD-AAB05817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9033F-62CD-4001-8EA1-409D0318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EDB968-6BF9-4FD2-904B-C9EC78DF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72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BA758D-B87D-43C5-975A-D5B1A6448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A7CDEE-8BC1-420A-8052-0DBA649DC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3094D-F6DB-4DB9-B515-BE2C1B6C9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E667E-BAA9-40EF-A7CB-3FD85044D42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433D9-7D54-4E14-959A-27E026319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9A664-0E9C-4C70-9DAF-34488DCAC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1FC95-8A18-4482-93B3-3732BC9C9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583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2D4F4-1B11-40B1-B50D-36106F89A0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포장이사 서비스 안내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31DFDC-F976-4C6E-B20A-C3459ECD42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새길종합이사 </a:t>
            </a:r>
            <a:r>
              <a:rPr lang="en-US" altLang="ko-KR"/>
              <a:t>/ </a:t>
            </a:r>
            <a:r>
              <a:rPr lang="ko-KR" altLang="en-US"/>
              <a:t>윤지아 고객님 </a:t>
            </a:r>
            <a:r>
              <a:rPr lang="en-US" altLang="ko-KR"/>
              <a:t>/ 2024.03.14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60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05C83-8FFD-4644-B9F8-E6A19F73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견적 요약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CF8986-EA19-432A-B8A0-4CAFF5F2A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출발</a:t>
            </a:r>
            <a:r>
              <a:rPr lang="en-US" altLang="ko-KR"/>
              <a:t>: </a:t>
            </a:r>
            <a:r>
              <a:rPr lang="ko-KR" altLang="en-US"/>
              <a:t>서대문구 연희동 원룸 </a:t>
            </a:r>
            <a:r>
              <a:rPr lang="en-US" altLang="ko-KR"/>
              <a:t>3</a:t>
            </a:r>
            <a:r>
              <a:rPr lang="ko-KR" altLang="en-US"/>
              <a:t>층 </a:t>
            </a:r>
            <a:r>
              <a:rPr lang="en-US" altLang="ko-KR"/>
              <a:t>(</a:t>
            </a:r>
            <a:r>
              <a:rPr lang="ko-KR" altLang="en-US"/>
              <a:t>승강기 없음</a:t>
            </a:r>
            <a:r>
              <a:rPr lang="en-US" altLang="ko-KR"/>
              <a:t>)</a:t>
            </a:r>
          </a:p>
          <a:p>
            <a:r>
              <a:rPr lang="ko-KR" altLang="en-US"/>
              <a:t>도착</a:t>
            </a:r>
            <a:r>
              <a:rPr lang="en-US" altLang="ko-KR"/>
              <a:t>: </a:t>
            </a:r>
            <a:r>
              <a:rPr lang="ko-KR" altLang="en-US"/>
              <a:t>마포구 연남동 연남프라임빌 </a:t>
            </a:r>
            <a:r>
              <a:rPr lang="en-US" altLang="ko-KR"/>
              <a:t>302</a:t>
            </a:r>
            <a:r>
              <a:rPr lang="ko-KR" altLang="en-US"/>
              <a:t>호 </a:t>
            </a:r>
            <a:r>
              <a:rPr lang="en-US" altLang="ko-KR"/>
              <a:t>(</a:t>
            </a:r>
            <a:r>
              <a:rPr lang="ko-KR" altLang="en-US"/>
              <a:t>승강기</a:t>
            </a:r>
            <a:r>
              <a:rPr lang="en-US" altLang="ko-KR"/>
              <a:t>)</a:t>
            </a:r>
          </a:p>
          <a:p>
            <a:r>
              <a:rPr lang="ko-KR" altLang="en-US"/>
              <a:t>이사일</a:t>
            </a:r>
            <a:r>
              <a:rPr lang="en-US" altLang="ko-KR"/>
              <a:t>: 2024</a:t>
            </a:r>
            <a:r>
              <a:rPr lang="ko-KR" altLang="en-US"/>
              <a:t>년 </a:t>
            </a:r>
            <a:r>
              <a:rPr lang="en-US" altLang="ko-KR"/>
              <a:t>4</a:t>
            </a:r>
            <a:r>
              <a:rPr lang="ko-KR" altLang="en-US"/>
              <a:t>월 </a:t>
            </a:r>
            <a:r>
              <a:rPr lang="en-US" altLang="ko-KR"/>
              <a:t>15</a:t>
            </a:r>
            <a:r>
              <a:rPr lang="ko-KR" altLang="en-US"/>
              <a:t>일 월요일 </a:t>
            </a:r>
            <a:r>
              <a:rPr lang="en-US" altLang="ko-KR"/>
              <a:t>08:30 </a:t>
            </a:r>
            <a:r>
              <a:rPr lang="ko-KR" altLang="en-US"/>
              <a:t>시작</a:t>
            </a:r>
          </a:p>
          <a:p>
            <a:r>
              <a:rPr lang="ko-KR" altLang="en-US"/>
              <a:t>유형</a:t>
            </a:r>
            <a:r>
              <a:rPr lang="en-US" altLang="ko-KR"/>
              <a:t>: </a:t>
            </a:r>
            <a:r>
              <a:rPr lang="ko-KR" altLang="en-US"/>
              <a:t>포장이사 </a:t>
            </a:r>
            <a:r>
              <a:rPr lang="en-US" altLang="ko-KR"/>
              <a:t>5</a:t>
            </a:r>
            <a:r>
              <a:rPr lang="ko-KR" altLang="en-US"/>
              <a:t>톤</a:t>
            </a:r>
            <a:r>
              <a:rPr lang="en-US" altLang="ko-KR"/>
              <a:t>, </a:t>
            </a:r>
            <a:r>
              <a:rPr lang="ko-KR" altLang="en-US"/>
              <a:t>투입 인원 </a:t>
            </a:r>
            <a:r>
              <a:rPr lang="en-US" altLang="ko-KR"/>
              <a:t>4</a:t>
            </a:r>
            <a:r>
              <a:rPr lang="ko-KR" altLang="en-US"/>
              <a:t>명</a:t>
            </a:r>
          </a:p>
          <a:p>
            <a:r>
              <a:rPr lang="ko-KR" altLang="en-US"/>
              <a:t>견적 총액</a:t>
            </a:r>
            <a:r>
              <a:rPr lang="en-US" altLang="ko-KR"/>
              <a:t>: 1,180,000</a:t>
            </a:r>
            <a:r>
              <a:rPr lang="ko-KR" altLang="en-US"/>
              <a:t>원 </a:t>
            </a:r>
            <a:r>
              <a:rPr lang="en-US" altLang="ko-KR"/>
              <a:t>(</a:t>
            </a:r>
            <a:r>
              <a:rPr lang="ko-KR" altLang="en-US"/>
              <a:t>부가세 포함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039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551BC-29B2-4B91-8B80-5AAA7022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포함 서비스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FD243-D7D5-48C2-AB46-38EFC0E41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전 품목 포장 자재 및 포장 인력</a:t>
            </a:r>
          </a:p>
          <a:p>
            <a:r>
              <a:rPr lang="ko-KR" altLang="en-US"/>
              <a:t>가구 분해 및 재조립</a:t>
            </a:r>
          </a:p>
          <a:p>
            <a:r>
              <a:rPr lang="ko-KR" altLang="en-US"/>
              <a:t>사다리차 </a:t>
            </a:r>
            <a:r>
              <a:rPr lang="en-US" altLang="ko-KR"/>
              <a:t>1</a:t>
            </a:r>
            <a:r>
              <a:rPr lang="ko-KR" altLang="en-US"/>
              <a:t>회 </a:t>
            </a:r>
            <a:r>
              <a:rPr lang="en-US" altLang="ko-KR"/>
              <a:t>(</a:t>
            </a:r>
            <a:r>
              <a:rPr lang="ko-KR" altLang="en-US"/>
              <a:t>출발지 </a:t>
            </a:r>
            <a:r>
              <a:rPr lang="en-US" altLang="ko-KR"/>
              <a:t>3</a:t>
            </a:r>
            <a:r>
              <a:rPr lang="ko-KR" altLang="en-US"/>
              <a:t>층</a:t>
            </a:r>
            <a:r>
              <a:rPr lang="en-US" altLang="ko-KR"/>
              <a:t>)</a:t>
            </a:r>
          </a:p>
          <a:p>
            <a:r>
              <a:rPr lang="ko-KR" altLang="en-US"/>
              <a:t>세탁기 및 </a:t>
            </a:r>
            <a:r>
              <a:rPr lang="en-US" altLang="ko-KR"/>
              <a:t>TV </a:t>
            </a:r>
            <a:r>
              <a:rPr lang="ko-KR" altLang="en-US"/>
              <a:t>분리 후 재설치</a:t>
            </a:r>
          </a:p>
          <a:p>
            <a:r>
              <a:rPr lang="ko-KR" altLang="en-US"/>
              <a:t>도착지 간단 정리 및 포장재 수거</a:t>
            </a:r>
          </a:p>
        </p:txBody>
      </p:sp>
    </p:spTree>
    <p:extLst>
      <p:ext uri="{BB962C8B-B14F-4D97-AF65-F5344CB8AC3E}">
        <p14:creationId xmlns:p14="http://schemas.microsoft.com/office/powerpoint/2010/main" val="408497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1E789-2CAB-45F4-B4F3-7980E2F3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별도 비용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FFCC0-9F57-4B68-AAAD-C9352C80E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에어컨 이전 설치 </a:t>
            </a:r>
            <a:r>
              <a:rPr lang="en-US" altLang="ko-KR"/>
              <a:t>220,000</a:t>
            </a:r>
            <a:r>
              <a:rPr lang="ko-KR" altLang="en-US"/>
              <a:t>원 </a:t>
            </a:r>
            <a:r>
              <a:rPr lang="en-US" altLang="ko-KR"/>
              <a:t>- </a:t>
            </a:r>
            <a:r>
              <a:rPr lang="ko-KR" altLang="en-US"/>
              <a:t>협력업체 진행</a:t>
            </a:r>
          </a:p>
          <a:p>
            <a:r>
              <a:rPr lang="ko-KR" altLang="en-US"/>
              <a:t>입주 청소는 포함되지 않음</a:t>
            </a:r>
          </a:p>
          <a:p>
            <a:r>
              <a:rPr lang="ko-KR" altLang="en-US"/>
              <a:t>보관 이사 신청 시 </a:t>
            </a:r>
            <a:r>
              <a:rPr lang="en-US" altLang="ko-KR"/>
              <a:t>1</a:t>
            </a:r>
            <a:r>
              <a:rPr lang="ko-KR" altLang="en-US"/>
              <a:t>일당 </a:t>
            </a:r>
            <a:r>
              <a:rPr lang="en-US" altLang="ko-KR"/>
              <a:t>50,000</a:t>
            </a:r>
            <a:r>
              <a:rPr lang="ko-KR" altLang="en-US"/>
              <a:t>원</a:t>
            </a:r>
          </a:p>
          <a:p>
            <a:r>
              <a:rPr lang="ko-KR" altLang="en-US"/>
              <a:t>당일 추가 차량 필요 시 </a:t>
            </a:r>
            <a:r>
              <a:rPr lang="en-US" altLang="ko-KR"/>
              <a:t>1</a:t>
            </a:r>
            <a:r>
              <a:rPr lang="ko-KR" altLang="en-US"/>
              <a:t>톤 </a:t>
            </a:r>
            <a:r>
              <a:rPr lang="en-US" altLang="ko-KR"/>
              <a:t>150,000</a:t>
            </a:r>
            <a:r>
              <a:rPr lang="ko-KR" altLang="en-US"/>
              <a:t>원</a:t>
            </a:r>
          </a:p>
          <a:p>
            <a:r>
              <a:rPr lang="ko-KR" altLang="en-US"/>
              <a:t>주차 불가 지역 할증은 사전 고지</a:t>
            </a:r>
          </a:p>
        </p:txBody>
      </p:sp>
    </p:spTree>
    <p:extLst>
      <p:ext uri="{BB962C8B-B14F-4D97-AF65-F5344CB8AC3E}">
        <p14:creationId xmlns:p14="http://schemas.microsoft.com/office/powerpoint/2010/main" val="420049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50AEF-E89A-44C9-A858-5064D9A0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고객 요청 반영 사항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C553FB-9159-4E46-8487-0F5BBC479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모니터 </a:t>
            </a:r>
            <a:r>
              <a:rPr lang="en-US" altLang="ko-KR"/>
              <a:t>2</a:t>
            </a:r>
            <a:r>
              <a:rPr lang="ko-KR" altLang="en-US"/>
              <a:t>대와 외장하드는 고객 직접 운반</a:t>
            </a:r>
          </a:p>
          <a:p>
            <a:r>
              <a:rPr lang="ko-KR" altLang="en-US"/>
              <a:t>식물 </a:t>
            </a:r>
            <a:r>
              <a:rPr lang="en-US" altLang="ko-KR"/>
              <a:t>6</a:t>
            </a:r>
            <a:r>
              <a:rPr lang="ko-KR" altLang="en-US"/>
              <a:t>개는 마지막 적재</a:t>
            </a:r>
            <a:r>
              <a:rPr lang="en-US" altLang="ko-KR"/>
              <a:t>, </a:t>
            </a:r>
            <a:r>
              <a:rPr lang="ko-KR" altLang="en-US"/>
              <a:t>고객 차량 이동</a:t>
            </a:r>
          </a:p>
          <a:p>
            <a:r>
              <a:rPr lang="ko-KR" altLang="en-US"/>
              <a:t>작업용 책상은 도착지 남동향 창 쪽 배치</a:t>
            </a:r>
          </a:p>
          <a:p>
            <a:r>
              <a:rPr lang="ko-KR" altLang="en-US"/>
              <a:t>귀중품은 고객 소지 </a:t>
            </a:r>
            <a:r>
              <a:rPr lang="en-US" altLang="ko-KR"/>
              <a:t>- </a:t>
            </a:r>
            <a:r>
              <a:rPr lang="ko-KR" altLang="en-US"/>
              <a:t>업체 책임 범위 제외</a:t>
            </a:r>
          </a:p>
          <a:p>
            <a:r>
              <a:rPr lang="ko-KR" altLang="en-US"/>
              <a:t>반려견은 당일 호텔링</a:t>
            </a:r>
            <a:r>
              <a:rPr lang="en-US" altLang="ko-KR"/>
              <a:t>, </a:t>
            </a:r>
            <a:r>
              <a:rPr lang="ko-KR" altLang="en-US"/>
              <a:t>현장 부재</a:t>
            </a:r>
          </a:p>
        </p:txBody>
      </p:sp>
    </p:spTree>
    <p:extLst>
      <p:ext uri="{BB962C8B-B14F-4D97-AF65-F5344CB8AC3E}">
        <p14:creationId xmlns:p14="http://schemas.microsoft.com/office/powerpoint/2010/main" val="383047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BA07D-5CBE-47DD-B1E4-BF11E601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당일 진행 순서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EDBED-C502-4097-B3F4-326A1B7FC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08:30 </a:t>
            </a:r>
            <a:r>
              <a:rPr lang="ko-KR" altLang="en-US"/>
              <a:t>포장 시작 </a:t>
            </a:r>
            <a:r>
              <a:rPr lang="en-US" altLang="ko-KR"/>
              <a:t>- </a:t>
            </a:r>
            <a:r>
              <a:rPr lang="ko-KR" altLang="en-US"/>
              <a:t>주방과 옷장 우선</a:t>
            </a:r>
          </a:p>
          <a:p>
            <a:r>
              <a:rPr lang="en-US" altLang="ko-KR"/>
              <a:t>10:30 </a:t>
            </a:r>
            <a:r>
              <a:rPr lang="ko-KR" altLang="en-US"/>
              <a:t>적재 및 사다리차 운용</a:t>
            </a:r>
          </a:p>
          <a:p>
            <a:r>
              <a:rPr lang="en-US" altLang="ko-KR"/>
              <a:t>12:00 </a:t>
            </a:r>
            <a:r>
              <a:rPr lang="ko-KR" altLang="en-US"/>
              <a:t>출발</a:t>
            </a:r>
            <a:r>
              <a:rPr lang="en-US" altLang="ko-KR"/>
              <a:t>, </a:t>
            </a:r>
            <a:r>
              <a:rPr lang="ko-KR" altLang="en-US"/>
              <a:t>이동 약 </a:t>
            </a:r>
            <a:r>
              <a:rPr lang="en-US" altLang="ko-KR"/>
              <a:t>25</a:t>
            </a:r>
            <a:r>
              <a:rPr lang="ko-KR" altLang="en-US"/>
              <a:t>분</a:t>
            </a:r>
          </a:p>
          <a:p>
            <a:r>
              <a:rPr lang="en-US" altLang="ko-KR"/>
              <a:t>13:00 </a:t>
            </a:r>
            <a:r>
              <a:rPr lang="ko-KR" altLang="en-US"/>
              <a:t>하차 및 배치 시작</a:t>
            </a:r>
          </a:p>
          <a:p>
            <a:r>
              <a:rPr lang="en-US" altLang="ko-KR"/>
              <a:t>16:00 </a:t>
            </a:r>
            <a:r>
              <a:rPr lang="ko-KR" altLang="en-US"/>
              <a:t>재조립과 설치</a:t>
            </a:r>
            <a:r>
              <a:rPr lang="en-US" altLang="ko-KR"/>
              <a:t>, </a:t>
            </a:r>
            <a:r>
              <a:rPr lang="ko-KR" altLang="en-US"/>
              <a:t>포장재 수거</a:t>
            </a:r>
          </a:p>
          <a:p>
            <a:r>
              <a:rPr lang="en-US" altLang="ko-KR"/>
              <a:t>17:00 </a:t>
            </a:r>
            <a:r>
              <a:rPr lang="ko-KR" altLang="en-US"/>
              <a:t>확인 후 잔금 정산</a:t>
            </a:r>
          </a:p>
        </p:txBody>
      </p:sp>
    </p:spTree>
    <p:extLst>
      <p:ext uri="{BB962C8B-B14F-4D97-AF65-F5344CB8AC3E}">
        <p14:creationId xmlns:p14="http://schemas.microsoft.com/office/powerpoint/2010/main" val="1472017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9EF52-8390-4551-A7E3-9A54A655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보상 및 문의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B34B18-323B-4C6C-A0EB-C14761C4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파손 발생 시 당일 사진 접수 </a:t>
            </a:r>
            <a:r>
              <a:rPr lang="en-US" altLang="ko-KR"/>
              <a:t>- 7</a:t>
            </a:r>
            <a:r>
              <a:rPr lang="ko-KR" altLang="en-US"/>
              <a:t>일 내 처리</a:t>
            </a:r>
          </a:p>
          <a:p>
            <a:r>
              <a:rPr lang="ko-KR" altLang="en-US"/>
              <a:t>계약서상 배상 한도 확인 필요</a:t>
            </a:r>
          </a:p>
          <a:p>
            <a:r>
              <a:rPr lang="ko-KR" altLang="en-US"/>
              <a:t>작업 책임자 현장 연락처 </a:t>
            </a:r>
            <a:r>
              <a:rPr lang="en-US" altLang="ko-KR"/>
              <a:t>010-0000-0000</a:t>
            </a:r>
          </a:p>
          <a:p>
            <a:r>
              <a:rPr lang="ko-KR" altLang="en-US"/>
              <a:t>고객센터 </a:t>
            </a:r>
            <a:r>
              <a:rPr lang="en-US" altLang="ko-KR"/>
              <a:t>000-0000-0000</a:t>
            </a:r>
          </a:p>
          <a:p>
            <a:r>
              <a:rPr lang="ko-KR" altLang="en-US"/>
              <a:t>잔금은 작업 완료 확인 후 계좌 이체</a:t>
            </a:r>
          </a:p>
        </p:txBody>
      </p:sp>
    </p:spTree>
    <p:extLst>
      <p:ext uri="{BB962C8B-B14F-4D97-AF65-F5344CB8AC3E}">
        <p14:creationId xmlns:p14="http://schemas.microsoft.com/office/powerpoint/2010/main" val="3617861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와이드스크린</PresentationFormat>
  <Paragraphs>39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포장이사 서비스 안내</vt:lpstr>
      <vt:lpstr>견적 요약</vt:lpstr>
      <vt:lpstr>포함 서비스</vt:lpstr>
      <vt:lpstr>별도 비용</vt:lpstr>
      <vt:lpstr>고객 요청 반영 사항</vt:lpstr>
      <vt:lpstr>당일 진행 순서</vt:lpstr>
      <vt:lpstr>보상 및 문의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포장이사 서비스 안내</dc:title>
  <dc:creator>정재원/UX Innovation Lab(SR)/삼성전자</dc:creator>
  <cp:lastModifiedBy>정재원/UX Innovation Lab(SR)/삼성전자</cp:lastModifiedBy>
  <cp:revision>1</cp:revision>
  <dcterms:created xsi:type="dcterms:W3CDTF">2026-10-14T07:54:01Z</dcterms:created>
  <dcterms:modified xsi:type="dcterms:W3CDTF">2026-10-14T07:54:01Z</dcterms:modified>
</cp:coreProperties>
</file>