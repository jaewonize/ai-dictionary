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D050E-FF9D-4BCB-B19B-8D99F8380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9F79B1-AA69-4A7C-BB12-8F30CC36D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275307-380E-4CA4-9C2C-C6837AE1C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5FC42E-4B43-4510-A362-B26EDB5F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38285B-80DD-4F12-846C-AB4DF80E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095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FAE7E-4E07-4B1F-99BD-FB176F16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7AA911-A625-4664-8C48-1173DA888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76FE88-C2EF-440D-85E2-FC294429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EA13EC-26EF-4C36-8BE8-41EBCB72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58FBA-EA64-4D35-B017-D9989474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8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25871-7C61-4096-9539-2356E2AF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B76A87-E3B5-40C8-81E1-10D0A08B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A186C-ADB8-4C5D-AD1B-7CB43F64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B17298-0838-409D-8644-96225CA1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9CAAA-18F3-4D43-9F0B-9BFFAEEC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23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157B6-1479-4C37-9ABE-DD870330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CD383F-AFD4-4AEA-9EDE-0C06E3F61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3608D9-11A8-4E42-8868-C1BCA5DBD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251CAC-8654-4B0D-BE3C-A6D02FFC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1755A5-FAC8-47A9-8AA8-848948AF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A739F1-3DB8-4092-A2CF-19DCEFAD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76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DF7F9-AEA4-4460-9E9B-65DCC3E22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329190-6352-4006-B164-C906F88A9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0B7821-B3D6-405F-97BC-929388667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B1457B-0BF1-4F82-96E8-322C67A71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CBADA9-6644-49C6-9ADD-DA198485DA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6BF661-5074-415A-8C3D-B8C2C604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D50756-69FC-4A63-9BF8-F4CFE9CD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14C251-6AC7-4DD7-87D3-BAC2DBBE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96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8C34A-0803-4F41-8405-E6301540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E86A7D-E31E-4ACC-A32C-83CDA4CD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99D0E7-91A9-4E25-98BE-E4806F1A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52F074-1F66-46CB-AD52-3129758E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34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D66566-DAEB-4DFB-8246-B4B974E4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C3A87B-95FC-4252-96B1-A2D7FB3F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9286C3-02C0-4A92-97A6-E007AB15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557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E9D40-3E0E-4839-B041-6F9099E2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574BAF-DC75-4532-AD58-A9639FC31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CB1C36-3CEC-4F42-BFD0-94BE1952D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BC8E4-FFBC-4354-B40C-6C8AADFB2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A37F98-AF0D-4FF7-9379-08EC6EB77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B4B2D9-946D-4AA4-B805-0774E7EC8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64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23ADB-DE07-4339-AB76-AA023168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88C3FF-BA5D-4D0A-B6D3-C6FEB570D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BA32DC-D8FC-4F6C-B860-1AE949779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23BFAF-9EA6-4DE1-8A79-EDE20B176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B0842C-5662-420D-A64A-2FF843168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B4A2E-C8C9-4701-BF66-604CF565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63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11D12-9C22-4C52-8E5C-E894A20E0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87A812-5A02-4C86-B7E0-BCBC91F89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71F4BA-2E46-48F4-9B2C-AA02B2D4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F0DEF-8714-4D5F-816A-34DE9A230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F319D6-2282-4375-89A7-EC1B4F8C2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47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4FA87E-C1C9-461F-82E9-2DB99A55F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3DD24C-6D9F-448A-9B79-5BF717DA3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11886-2758-4130-A28B-7162A787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53538A-50CF-4C10-B46E-E7D22786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596A5E-D775-47C6-BB43-22B1BE4F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35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E33C2-7EB6-4235-B951-364528F4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9F656-6713-4CA7-9F01-DBC5191BA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11AC35-36F1-4FDF-B4C3-4E6E3579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C6B765-B126-403F-B633-778316097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F888F0-337D-4168-A192-311DBC70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79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20A7BB-7619-4E76-BA16-25458B3F9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1E4B9-193F-48A2-AF1F-D85B9E9DD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99AE2-F28E-472A-AC7B-D85B7B00D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9CDB9-45A4-4C6D-97D7-9AFC9D3250B6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B18D88-EEEE-43F5-9CD2-5EC3C592F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34427B-B2A7-418A-BD1E-6DED7CA93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F069E-B7CB-450C-9A50-07CADD1DD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3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7CB9F-F003-4625-9460-AC84E3DD4B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욕실 올 리모델링 제안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57A87C-A1C9-4CD0-9320-57FF155AAF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한울설비 </a:t>
            </a:r>
            <a:r>
              <a:rPr lang="en-US" altLang="ko-KR"/>
              <a:t>/ </a:t>
            </a:r>
            <a:r>
              <a:rPr lang="ko-KR" altLang="en-US"/>
              <a:t>연남프라임빌 </a:t>
            </a:r>
            <a:r>
              <a:rPr lang="en-US" altLang="ko-KR"/>
              <a:t>302</a:t>
            </a:r>
            <a:r>
              <a:rPr lang="ko-KR" altLang="en-US"/>
              <a:t>호 </a:t>
            </a:r>
            <a:r>
              <a:rPr lang="en-US" altLang="ko-KR"/>
              <a:t>/ 2026.09.24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3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5E154-8CC8-4EAA-A004-C3BA526E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현장 진단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517992-3C49-48ED-8FB7-3592C17E0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규격 </a:t>
            </a:r>
            <a:r>
              <a:rPr lang="en-US" altLang="ko-KR"/>
              <a:t>1500 x 2100, </a:t>
            </a:r>
            <a:r>
              <a:rPr lang="ko-KR" altLang="en-US"/>
              <a:t>천장고 </a:t>
            </a:r>
            <a:r>
              <a:rPr lang="en-US" altLang="ko-KR"/>
              <a:t>2240, </a:t>
            </a:r>
            <a:r>
              <a:rPr lang="ko-KR" altLang="en-US"/>
              <a:t>창 없음</a:t>
            </a:r>
          </a:p>
          <a:p>
            <a:r>
              <a:rPr lang="ko-KR" altLang="en-US"/>
              <a:t>기존 방수층 노후</a:t>
            </a:r>
            <a:r>
              <a:rPr lang="en-US" altLang="ko-KR"/>
              <a:t>, </a:t>
            </a:r>
            <a:r>
              <a:rPr lang="ko-KR" altLang="en-US"/>
              <a:t>모서리 실리콘 곰팡이 다수</a:t>
            </a:r>
          </a:p>
          <a:p>
            <a:r>
              <a:rPr lang="ko-KR" altLang="en-US"/>
              <a:t>급수 아연도강관 </a:t>
            </a:r>
            <a:r>
              <a:rPr lang="en-US" altLang="ko-KR"/>
              <a:t>- </a:t>
            </a:r>
            <a:r>
              <a:rPr lang="ko-KR" altLang="en-US"/>
              <a:t>철거 후 상태 확인 필요</a:t>
            </a:r>
          </a:p>
          <a:p>
            <a:r>
              <a:rPr lang="ko-KR" altLang="en-US"/>
              <a:t>배수 속도 저하</a:t>
            </a:r>
            <a:r>
              <a:rPr lang="en-US" altLang="ko-KR"/>
              <a:t>, </a:t>
            </a:r>
            <a:r>
              <a:rPr lang="ko-KR" altLang="en-US"/>
              <a:t>구배 불량 의심</a:t>
            </a:r>
          </a:p>
          <a:p>
            <a:r>
              <a:rPr lang="ko-KR" altLang="en-US"/>
              <a:t>환풍기 용량 부족</a:t>
            </a:r>
            <a:r>
              <a:rPr lang="en-US" altLang="ko-KR"/>
              <a:t>, </a:t>
            </a:r>
            <a:r>
              <a:rPr lang="ko-KR" altLang="en-US"/>
              <a:t>공용 덕트 연결 상태 점검함</a:t>
            </a:r>
          </a:p>
        </p:txBody>
      </p:sp>
    </p:spTree>
    <p:extLst>
      <p:ext uri="{BB962C8B-B14F-4D97-AF65-F5344CB8AC3E}">
        <p14:creationId xmlns:p14="http://schemas.microsoft.com/office/powerpoint/2010/main" val="21597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C01AB6-5C78-4B38-B6C2-F2096325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공사 범위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DE9EFE-941C-4757-BB13-34D8E8FDB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벽 바닥 전면 철거 및 폐기물 반출</a:t>
            </a:r>
          </a:p>
          <a:p>
            <a:r>
              <a:rPr lang="ko-KR" altLang="en-US"/>
              <a:t>우레탄 도막 방수 </a:t>
            </a:r>
            <a:r>
              <a:rPr lang="en-US" altLang="ko-KR"/>
              <a:t>2</a:t>
            </a:r>
            <a:r>
              <a:rPr lang="ko-KR" altLang="en-US"/>
              <a:t>회 </a:t>
            </a:r>
            <a:r>
              <a:rPr lang="en-US" altLang="ko-KR"/>
              <a:t>+ </a:t>
            </a:r>
            <a:r>
              <a:rPr lang="ko-KR" altLang="en-US"/>
              <a:t>모서리 메시 보강</a:t>
            </a:r>
          </a:p>
          <a:p>
            <a:r>
              <a:rPr lang="en-US" altLang="ko-KR"/>
              <a:t>24</a:t>
            </a:r>
            <a:r>
              <a:rPr lang="ko-KR" altLang="en-US"/>
              <a:t>시간 담수 시험 후 사진 기록 제출</a:t>
            </a:r>
          </a:p>
          <a:p>
            <a:r>
              <a:rPr lang="ko-KR" altLang="en-US"/>
              <a:t>타일 전면 시공</a:t>
            </a:r>
            <a:r>
              <a:rPr lang="en-US" altLang="ko-KR"/>
              <a:t>, </a:t>
            </a:r>
            <a:r>
              <a:rPr lang="ko-KR" altLang="en-US"/>
              <a:t>샤워 구역 논슬립 적용</a:t>
            </a:r>
          </a:p>
          <a:p>
            <a:r>
              <a:rPr lang="ko-KR" altLang="en-US"/>
              <a:t>위생도기 전교체</a:t>
            </a:r>
            <a:r>
              <a:rPr lang="en-US" altLang="ko-KR"/>
              <a:t>, </a:t>
            </a:r>
            <a:r>
              <a:rPr lang="ko-KR" altLang="en-US"/>
              <a:t>젠다이 및 선반</a:t>
            </a:r>
            <a:r>
              <a:rPr lang="en-US" altLang="ko-KR"/>
              <a:t>, </a:t>
            </a:r>
            <a:r>
              <a:rPr lang="ko-KR" altLang="en-US"/>
              <a:t>도어 교체</a:t>
            </a:r>
          </a:p>
        </p:txBody>
      </p:sp>
    </p:spTree>
    <p:extLst>
      <p:ext uri="{BB962C8B-B14F-4D97-AF65-F5344CB8AC3E}">
        <p14:creationId xmlns:p14="http://schemas.microsoft.com/office/powerpoint/2010/main" val="71127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7E668-F037-40C9-8769-DB17CF2F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제안 사양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74E7DF-951B-4E0C-B3A3-D887A7FC0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벽 </a:t>
            </a:r>
            <a:r>
              <a:rPr lang="en-US" altLang="ko-KR"/>
              <a:t>300x600 </a:t>
            </a:r>
            <a:r>
              <a:rPr lang="ko-KR" altLang="en-US"/>
              <a:t>포세린 무광 백색</a:t>
            </a:r>
          </a:p>
          <a:p>
            <a:r>
              <a:rPr lang="ko-KR" altLang="en-US"/>
              <a:t>바닥 </a:t>
            </a:r>
            <a:r>
              <a:rPr lang="en-US" altLang="ko-KR"/>
              <a:t>600x600 </a:t>
            </a:r>
            <a:r>
              <a:rPr lang="ko-KR" altLang="en-US"/>
              <a:t>포세린</a:t>
            </a:r>
            <a:r>
              <a:rPr lang="en-US" altLang="ko-KR"/>
              <a:t>, </a:t>
            </a:r>
            <a:r>
              <a:rPr lang="ko-KR" altLang="en-US"/>
              <a:t>샤워존 논슬립</a:t>
            </a:r>
          </a:p>
          <a:p>
            <a:r>
              <a:rPr lang="ko-KR" altLang="en-US"/>
              <a:t>세면대 뒤 헥사곤 모자이크 세이지 포인트</a:t>
            </a:r>
          </a:p>
          <a:p>
            <a:r>
              <a:rPr lang="ko-KR" altLang="en-US"/>
              <a:t>줄눈 다크그레이 </a:t>
            </a:r>
            <a:r>
              <a:rPr lang="en-US" altLang="ko-KR"/>
              <a:t>- </a:t>
            </a:r>
            <a:r>
              <a:rPr lang="ko-KR" altLang="en-US"/>
              <a:t>오염 관리 유리</a:t>
            </a:r>
          </a:p>
          <a:p>
            <a:r>
              <a:rPr lang="ko-KR" altLang="en-US"/>
              <a:t>수전 전부 브러시드 니켈로 통일</a:t>
            </a:r>
          </a:p>
        </p:txBody>
      </p:sp>
    </p:spTree>
    <p:extLst>
      <p:ext uri="{BB962C8B-B14F-4D97-AF65-F5344CB8AC3E}">
        <p14:creationId xmlns:p14="http://schemas.microsoft.com/office/powerpoint/2010/main" val="99685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A6F887-1EB8-49B7-A0A2-52D0230B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금액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FD0221-6A4A-45B6-B772-ECC24C7FC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철거 </a:t>
            </a:r>
            <a:r>
              <a:rPr lang="en-US" altLang="ko-KR"/>
              <a:t>620,000 / </a:t>
            </a:r>
            <a:r>
              <a:rPr lang="ko-KR" altLang="en-US"/>
              <a:t>방수 </a:t>
            </a:r>
            <a:r>
              <a:rPr lang="en-US" altLang="ko-KR"/>
              <a:t>480,000</a:t>
            </a:r>
          </a:p>
          <a:p>
            <a:r>
              <a:rPr lang="ko-KR" altLang="en-US"/>
              <a:t>타일 자재 </a:t>
            </a:r>
            <a:r>
              <a:rPr lang="en-US" altLang="ko-KR"/>
              <a:t>740,000 / </a:t>
            </a:r>
            <a:r>
              <a:rPr lang="ko-KR" altLang="en-US"/>
              <a:t>시공 </a:t>
            </a:r>
            <a:r>
              <a:rPr lang="en-US" altLang="ko-KR"/>
              <a:t>600,000</a:t>
            </a:r>
          </a:p>
          <a:p>
            <a:r>
              <a:rPr lang="ko-KR" altLang="en-US"/>
              <a:t>위생도기 </a:t>
            </a:r>
            <a:r>
              <a:rPr lang="en-US" altLang="ko-KR"/>
              <a:t>760,000 / </a:t>
            </a:r>
            <a:r>
              <a:rPr lang="ko-KR" altLang="en-US"/>
              <a:t>수전 </a:t>
            </a:r>
            <a:r>
              <a:rPr lang="en-US" altLang="ko-KR"/>
              <a:t>520,000</a:t>
            </a:r>
          </a:p>
          <a:p>
            <a:r>
              <a:rPr lang="ko-KR" altLang="en-US"/>
              <a:t>젠다이 </a:t>
            </a:r>
            <a:r>
              <a:rPr lang="en-US" altLang="ko-KR"/>
              <a:t>380,000 / </a:t>
            </a:r>
            <a:r>
              <a:rPr lang="ko-KR" altLang="en-US"/>
              <a:t>환풍기 조명 </a:t>
            </a:r>
            <a:r>
              <a:rPr lang="en-US" altLang="ko-KR"/>
              <a:t>270,000</a:t>
            </a:r>
          </a:p>
          <a:p>
            <a:r>
              <a:rPr lang="ko-KR" altLang="en-US"/>
              <a:t>도어 </a:t>
            </a:r>
            <a:r>
              <a:rPr lang="en-US" altLang="ko-KR"/>
              <a:t>390,000 / </a:t>
            </a:r>
            <a:r>
              <a:rPr lang="ko-KR" altLang="en-US"/>
              <a:t>설비 전기 </a:t>
            </a:r>
            <a:r>
              <a:rPr lang="en-US" altLang="ko-KR"/>
              <a:t>1,850,000</a:t>
            </a:r>
          </a:p>
          <a:p>
            <a:r>
              <a:rPr lang="ko-KR" altLang="en-US"/>
              <a:t>공급가 </a:t>
            </a:r>
            <a:r>
              <a:rPr lang="en-US" altLang="ko-KR"/>
              <a:t>6,800,000 - </a:t>
            </a:r>
            <a:r>
              <a:rPr lang="ko-KR" altLang="en-US"/>
              <a:t>총액 </a:t>
            </a:r>
            <a:r>
              <a:rPr lang="en-US" altLang="ko-KR"/>
              <a:t>7,480,000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85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7333A-0355-44D0-9D94-C2DC07ED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추가 가능 항목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44DF6B-01B3-4C4B-B2B9-06AF90146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급배수 배관 전면 교체 시 </a:t>
            </a:r>
            <a:r>
              <a:rPr lang="en-US" altLang="ko-KR"/>
              <a:t>1,250,000 ~ 1,300,000</a:t>
            </a:r>
          </a:p>
          <a:p>
            <a:r>
              <a:rPr lang="ko-KR" altLang="en-US"/>
              <a:t>철거 후 상태를 함께 확인한 뒤 결정</a:t>
            </a:r>
          </a:p>
          <a:p>
            <a:r>
              <a:rPr lang="ko-KR" altLang="en-US"/>
              <a:t>사진 송부 및 서면 합의 후에만 진행</a:t>
            </a:r>
          </a:p>
          <a:p>
            <a:r>
              <a:rPr lang="ko-KR" altLang="en-US"/>
              <a:t>미진행 시 부분 보수로 대체 가능</a:t>
            </a:r>
          </a:p>
          <a:p>
            <a:r>
              <a:rPr lang="ko-KR" altLang="en-US"/>
              <a:t>보증은 교체분 포함 </a:t>
            </a:r>
            <a:r>
              <a:rPr lang="en-US" altLang="ko-KR"/>
              <a:t>2</a:t>
            </a:r>
            <a:r>
              <a:rPr lang="ko-KR" altLang="en-US"/>
              <a:t>년 적용</a:t>
            </a:r>
          </a:p>
        </p:txBody>
      </p:sp>
    </p:spTree>
    <p:extLst>
      <p:ext uri="{BB962C8B-B14F-4D97-AF65-F5344CB8AC3E}">
        <p14:creationId xmlns:p14="http://schemas.microsoft.com/office/powerpoint/2010/main" val="285557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50649-0F56-48D8-B9FE-35D41BCD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일정 및 보증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3D3F93-97FD-4E83-9A20-E14229CB0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방수 </a:t>
            </a:r>
            <a:r>
              <a:rPr lang="en-US" altLang="ko-KR"/>
              <a:t>2026-10-23 ~ 10-24 (</a:t>
            </a:r>
            <a:r>
              <a:rPr lang="ko-KR" altLang="en-US"/>
              <a:t>담수 포함</a:t>
            </a:r>
            <a:r>
              <a:rPr lang="en-US" altLang="ko-KR"/>
              <a:t>)</a:t>
            </a:r>
          </a:p>
          <a:p>
            <a:r>
              <a:rPr lang="ko-KR" altLang="en-US"/>
              <a:t>타일 </a:t>
            </a:r>
            <a:r>
              <a:rPr lang="en-US" altLang="ko-KR"/>
              <a:t>2026-10-26 ~ 10-28</a:t>
            </a:r>
          </a:p>
          <a:p>
            <a:r>
              <a:rPr lang="ko-KR" altLang="en-US"/>
              <a:t>도기 및 수전 설치 </a:t>
            </a:r>
            <a:r>
              <a:rPr lang="en-US" altLang="ko-KR"/>
              <a:t>2026-11-04</a:t>
            </a:r>
          </a:p>
          <a:p>
            <a:r>
              <a:rPr lang="ko-KR" altLang="en-US"/>
              <a:t>방수 및 설비 </a:t>
            </a:r>
            <a:r>
              <a:rPr lang="en-US" altLang="ko-KR"/>
              <a:t>2</a:t>
            </a:r>
            <a:r>
              <a:rPr lang="ko-KR" altLang="en-US"/>
              <a:t>년</a:t>
            </a:r>
            <a:r>
              <a:rPr lang="en-US" altLang="ko-KR"/>
              <a:t>, </a:t>
            </a:r>
            <a:r>
              <a:rPr lang="ko-KR" altLang="en-US"/>
              <a:t>타일 </a:t>
            </a:r>
            <a:r>
              <a:rPr lang="en-US" altLang="ko-KR"/>
              <a:t>1</a:t>
            </a:r>
            <a:r>
              <a:rPr lang="ko-KR" altLang="en-US"/>
              <a:t>년 보증</a:t>
            </a:r>
          </a:p>
          <a:p>
            <a:r>
              <a:rPr lang="ko-KR" altLang="en-US"/>
              <a:t>누수 하자는 접수 당일 </a:t>
            </a:r>
            <a:r>
              <a:rPr lang="en-US" altLang="ko-KR"/>
              <a:t>1</a:t>
            </a:r>
            <a:r>
              <a:rPr lang="ko-KR" altLang="en-US"/>
              <a:t>차 조치</a:t>
            </a:r>
          </a:p>
        </p:txBody>
      </p:sp>
    </p:spTree>
    <p:extLst>
      <p:ext uri="{BB962C8B-B14F-4D97-AF65-F5344CB8AC3E}">
        <p14:creationId xmlns:p14="http://schemas.microsoft.com/office/powerpoint/2010/main" val="2509768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와이드스크린</PresentationFormat>
  <Paragraphs>39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욕실 올 리모델링 제안</vt:lpstr>
      <vt:lpstr>현장 진단</vt:lpstr>
      <vt:lpstr>공사 범위</vt:lpstr>
      <vt:lpstr>제안 사양</vt:lpstr>
      <vt:lpstr>금액</vt:lpstr>
      <vt:lpstr>추가 가능 항목</vt:lpstr>
      <vt:lpstr>일정 및 보증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욕실 올 리모델링 제안</dc:title>
  <dc:creator>정재원/UX Innovation Lab(SR)/삼성전자</dc:creator>
  <cp:lastModifiedBy>정재원/UX Innovation Lab(SR)/삼성전자</cp:lastModifiedBy>
  <cp:revision>1</cp:revision>
  <dcterms:created xsi:type="dcterms:W3CDTF">2026-10-14T07:53:56Z</dcterms:created>
  <dcterms:modified xsi:type="dcterms:W3CDTF">2026-10-14T07:53:56Z</dcterms:modified>
</cp:coreProperties>
</file>