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88CA5-8B5D-4A6F-9893-E3135D21C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70497-246C-4DB3-A353-95F40DE88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FAC9FC-A584-40B7-9E4E-5B29FFBA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C5F068-D9DF-40B7-A28C-90E40407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AB00A-BEC0-4F69-BA49-71629CFD5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99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3C353-A00A-48F6-AFC6-EA5E3E59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94DFB-1FFE-4696-BC50-F9653C0DC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83B28-4468-4BA9-B95F-B73E41C0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CECA6-A647-4B19-AEA4-74171966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69285-AA89-44BF-8487-5AEEBF31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8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04ACB-F431-49C6-BF83-61EFAD39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64F346-1402-4BBB-9B2E-1439083A9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A9812A-2F05-4BCF-B846-20E1F4C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7CFEE-D3F5-456E-A386-9DFD7B25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0DAE5-55EB-487E-9BB2-64734BCB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00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8472D-E393-4AA2-A9F4-8C35223D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B277C-51E9-491E-A019-19C7533D9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FA14C6-FE30-47D9-96DB-E9544BFD1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077AFB-DF8B-4FBC-87E6-2D888A71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601B4F-5C56-459B-A4D2-3521D9EC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47C4F0-002B-469C-A7D3-86AFC91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3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1698D-2FE3-4021-A21A-625369D9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941FFC-1089-4CF4-B55B-3846549B7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285E26-CF8C-4FB6-BD0F-2DF291784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B84825-E92E-476E-82AC-43B35AF6D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B1E03E-DBAA-475E-9D22-5CBD23F15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A79A86-BB75-4BAB-84C0-89AE108B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67A5FA-6545-4C2D-A4A2-69786F4D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6B34A9-6D9C-4904-AE4B-06428352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33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A74F-221D-4F5A-A0A7-DCFEE675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F7184E-3D4F-451A-B26E-EFC39893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7D6563-21D9-432C-B5E2-7CAA9E76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E8AD4C-216D-4931-850A-02C0D2A1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88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42971D-FB34-437B-B48C-6F779200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ADC18E-40DA-4A82-87CC-057FCEA8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19D2AA-FB5E-4483-8445-9A88F09A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60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C81A5-B3DF-42B7-8D9D-4B479223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E57B5-098D-42FB-BFF8-BD542C91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A016B5-304C-4A44-971C-4AF219253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1BE03E-5C86-4B2C-B33B-B4C2A6158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CA137D-797E-402B-8BD6-3FA3185C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8B5DC8-8960-455C-938B-1BE13864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04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AD691-9B8B-4B97-9F2C-4BAC3E9F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D383EF-6B15-43CC-B857-5D10E9C8E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183C23-F833-48E3-8B98-60F64A95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FA29B8-6F95-421B-9501-A6F5716B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330CE6-0D83-4102-9719-1B0B322A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6D069-1D60-46B3-8DD8-551F1A32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4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D2008-579D-48B1-B1C6-CB5B4EE9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D976AE-F67A-4846-8502-C1B8748A7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3BBA87-0DC3-4799-AF54-094ECCB4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0FA09-3F9B-43E0-BA29-E50D3E77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4E238-573A-4FAA-A660-64E8ACAF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06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6F95A9-DA38-403A-AE0B-F14BB6709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DA771C-AAA1-4C11-8FBC-3325DB603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8183B-05CC-46CA-B7F0-C69DB134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142C6-31D2-4A99-90C6-A490D640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D413F-D096-4700-B50C-DBC20D8B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943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5B4FF-828B-4549-85C2-B66D0B7E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AEA836-1830-41BA-B085-537B41E1F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2FC89-B859-431C-84EA-65551571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81CE76-4E80-43B0-AE45-EE56A77F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0708D-7644-4D64-A3DD-6432F0FD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0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4DFB6B-6A5F-4CA1-8397-D4634CB0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FF6AA-0819-41B8-A28E-830B8ADF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2CEE8-76C3-4216-B46F-575E006C4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0199D-1BBF-4159-BFAE-25FFBC14305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E0BCA-0D73-4AD0-85B7-0404E00AF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C22BE9-CF96-4B21-B76A-FBF3674B5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1FFF5-B339-4637-852B-FD09027C9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0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C8067-5B7E-4F42-949A-6DDDDA612D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주방 리모델링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6B8245-C1D9-45A9-BF6C-8EAD16DE2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수림인테리어 </a:t>
            </a:r>
            <a:r>
              <a:rPr lang="en-US" altLang="ko-KR"/>
              <a:t>/ </a:t>
            </a:r>
            <a:r>
              <a:rPr lang="ko-KR" altLang="en-US"/>
              <a:t>연남프라임빌 </a:t>
            </a:r>
            <a:r>
              <a:rPr lang="en-US" altLang="ko-KR"/>
              <a:t>302</a:t>
            </a:r>
            <a:r>
              <a:rPr lang="ko-KR" altLang="en-US"/>
              <a:t>호 </a:t>
            </a:r>
            <a:r>
              <a:rPr lang="en-US" altLang="ko-KR"/>
              <a:t>/ 2026.09.23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978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7AE60-F156-4E3F-B6DC-A4A38079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제안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877B26-C403-4643-BDBC-8BF98BDCD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현장</a:t>
            </a:r>
            <a:r>
              <a:rPr lang="en-US" altLang="ko-KR"/>
              <a:t>: </a:t>
            </a:r>
            <a:r>
              <a:rPr lang="ko-KR" altLang="en-US"/>
              <a:t>마포구 연남동 연남프라임빌 </a:t>
            </a:r>
            <a:r>
              <a:rPr lang="en-US" altLang="ko-KR"/>
              <a:t>302</a:t>
            </a:r>
            <a:r>
              <a:rPr lang="ko-KR" altLang="en-US"/>
              <a:t>호</a:t>
            </a:r>
          </a:p>
          <a:p>
            <a:r>
              <a:rPr lang="ko-KR" altLang="en-US"/>
              <a:t>대상</a:t>
            </a:r>
            <a:r>
              <a:rPr lang="en-US" altLang="ko-KR"/>
              <a:t>: </a:t>
            </a:r>
            <a:r>
              <a:rPr lang="ko-KR" altLang="en-US"/>
              <a:t>주방 </a:t>
            </a:r>
            <a:r>
              <a:rPr lang="en-US" altLang="ko-KR"/>
              <a:t>4.8</a:t>
            </a:r>
            <a:r>
              <a:rPr lang="ko-KR" altLang="en-US"/>
              <a:t>제곱미터 ㄱ자 배치</a:t>
            </a:r>
          </a:p>
          <a:p>
            <a:r>
              <a:rPr lang="ko-KR" altLang="en-US"/>
              <a:t>콘셉트</a:t>
            </a:r>
            <a:r>
              <a:rPr lang="en-US" altLang="ko-KR"/>
              <a:t>: </a:t>
            </a:r>
            <a:r>
              <a:rPr lang="ko-KR" altLang="en-US"/>
              <a:t>작업실을 겸한 집</a:t>
            </a:r>
            <a:r>
              <a:rPr lang="en-US" altLang="ko-KR"/>
              <a:t>, </a:t>
            </a:r>
            <a:r>
              <a:rPr lang="ko-KR" altLang="en-US"/>
              <a:t>손이 덜 가는 마감</a:t>
            </a:r>
          </a:p>
          <a:p>
            <a:r>
              <a:rPr lang="ko-KR" altLang="en-US"/>
              <a:t>제안 총액</a:t>
            </a:r>
            <a:r>
              <a:rPr lang="en-US" altLang="ko-KR"/>
              <a:t>: 12,100,000</a:t>
            </a:r>
            <a:r>
              <a:rPr lang="ko-KR" altLang="en-US"/>
              <a:t>원 </a:t>
            </a:r>
            <a:r>
              <a:rPr lang="en-US" altLang="ko-KR"/>
              <a:t>(</a:t>
            </a:r>
            <a:r>
              <a:rPr lang="ko-KR" altLang="en-US"/>
              <a:t>부가세 포함</a:t>
            </a:r>
            <a:r>
              <a:rPr lang="en-US" altLang="ko-KR"/>
              <a:t>)</a:t>
            </a:r>
          </a:p>
          <a:p>
            <a:r>
              <a:rPr lang="en-US" altLang="ko-KR"/>
              <a:t>1</a:t>
            </a:r>
            <a:r>
              <a:rPr lang="ko-KR" altLang="en-US"/>
              <a:t>차 제안 대비 상판 및 벽타일 사양 상향</a:t>
            </a:r>
          </a:p>
        </p:txBody>
      </p:sp>
    </p:spTree>
    <p:extLst>
      <p:ext uri="{BB962C8B-B14F-4D97-AF65-F5344CB8AC3E}">
        <p14:creationId xmlns:p14="http://schemas.microsoft.com/office/powerpoint/2010/main" val="7488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B6204-13AE-42BE-8255-C5F5E0F3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무엇을 바꾸는가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5B682F-6074-45E8-ABC4-DE8CF7EA7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싱크대 상하부장 전체 교체 </a:t>
            </a:r>
            <a:r>
              <a:rPr lang="en-US" altLang="ko-KR"/>
              <a:t>(2400 + 1200)</a:t>
            </a:r>
          </a:p>
          <a:p>
            <a:r>
              <a:rPr lang="ko-KR" altLang="en-US"/>
              <a:t>상판을 세라믹 </a:t>
            </a:r>
            <a:r>
              <a:rPr lang="en-US" altLang="ko-KR"/>
              <a:t>12mm</a:t>
            </a:r>
            <a:r>
              <a:rPr lang="ko-KR" altLang="en-US"/>
              <a:t>로 변경 </a:t>
            </a:r>
            <a:r>
              <a:rPr lang="en-US" altLang="ko-KR"/>
              <a:t>- </a:t>
            </a:r>
            <a:r>
              <a:rPr lang="ko-KR" altLang="en-US"/>
              <a:t>열과 칼자국에 강함</a:t>
            </a:r>
          </a:p>
          <a:p>
            <a:r>
              <a:rPr lang="ko-KR" altLang="en-US"/>
              <a:t>벽면은 </a:t>
            </a:r>
            <a:r>
              <a:rPr lang="en-US" altLang="ko-KR"/>
              <a:t>600x1200 </a:t>
            </a:r>
            <a:r>
              <a:rPr lang="ko-KR" altLang="en-US"/>
              <a:t>대형 판석으로 줄눈 최소화</a:t>
            </a:r>
          </a:p>
          <a:p>
            <a:r>
              <a:rPr lang="ko-KR" altLang="en-US"/>
              <a:t>인덕션 전용 단독회로 증설</a:t>
            </a:r>
          </a:p>
          <a:p>
            <a:r>
              <a:rPr lang="ko-KR" altLang="en-US"/>
              <a:t>후드 외배기 </a:t>
            </a:r>
            <a:r>
              <a:rPr lang="en-US" altLang="ko-KR"/>
              <a:t>3.1m </a:t>
            </a:r>
            <a:r>
              <a:rPr lang="ko-KR" altLang="en-US"/>
              <a:t>신설</a:t>
            </a:r>
            <a:r>
              <a:rPr lang="en-US" altLang="ko-KR"/>
              <a:t>, </a:t>
            </a:r>
            <a:r>
              <a:rPr lang="ko-KR" altLang="en-US"/>
              <a:t>기존 가스쿡탑 철거</a:t>
            </a:r>
          </a:p>
        </p:txBody>
      </p:sp>
    </p:spTree>
    <p:extLst>
      <p:ext uri="{BB962C8B-B14F-4D97-AF65-F5344CB8AC3E}">
        <p14:creationId xmlns:p14="http://schemas.microsoft.com/office/powerpoint/2010/main" val="137331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7F495-3DD2-4EB7-BD83-0D0CDAD3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사양 제안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95A19B-696D-47AF-9DBC-65DC38992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도어</a:t>
            </a:r>
            <a:r>
              <a:rPr lang="en-US" altLang="ko-KR"/>
              <a:t>: PET </a:t>
            </a:r>
            <a:r>
              <a:rPr lang="ko-KR" altLang="en-US"/>
              <a:t>오트밀 베이지 무광</a:t>
            </a:r>
          </a:p>
          <a:p>
            <a:r>
              <a:rPr lang="ko-KR" altLang="en-US"/>
              <a:t>상판</a:t>
            </a:r>
            <a:r>
              <a:rPr lang="en-US" altLang="ko-KR"/>
              <a:t>: </a:t>
            </a:r>
            <a:r>
              <a:rPr lang="ko-KR" altLang="en-US"/>
              <a:t>세라믹 스노우화이트</a:t>
            </a:r>
            <a:r>
              <a:rPr lang="en-US" altLang="ko-KR"/>
              <a:t>, </a:t>
            </a:r>
            <a:r>
              <a:rPr lang="ko-KR" altLang="en-US"/>
              <a:t>가공비 포함</a:t>
            </a:r>
          </a:p>
          <a:p>
            <a:r>
              <a:rPr lang="ko-KR" altLang="en-US"/>
              <a:t>벽</a:t>
            </a:r>
            <a:r>
              <a:rPr lang="en-US" altLang="ko-KR"/>
              <a:t>: </a:t>
            </a:r>
            <a:r>
              <a:rPr lang="ko-KR" altLang="en-US"/>
              <a:t>대형 판석 그레이 세로 시공</a:t>
            </a:r>
          </a:p>
          <a:p>
            <a:r>
              <a:rPr lang="ko-KR" altLang="en-US"/>
              <a:t>바닥</a:t>
            </a:r>
            <a:r>
              <a:rPr lang="en-US" altLang="ko-KR"/>
              <a:t>: </a:t>
            </a:r>
            <a:r>
              <a:rPr lang="ko-KR" altLang="en-US"/>
              <a:t>강마루 </a:t>
            </a:r>
            <a:r>
              <a:rPr lang="en-US" altLang="ko-KR"/>
              <a:t>4.8</a:t>
            </a:r>
            <a:r>
              <a:rPr lang="ko-KR" altLang="en-US"/>
              <a:t>제곱미터 교체</a:t>
            </a:r>
          </a:p>
          <a:p>
            <a:r>
              <a:rPr lang="ko-KR" altLang="en-US"/>
              <a:t>수전</a:t>
            </a:r>
            <a:r>
              <a:rPr lang="en-US" altLang="ko-KR"/>
              <a:t>: </a:t>
            </a:r>
            <a:r>
              <a:rPr lang="ko-KR" altLang="en-US"/>
              <a:t>원홀 풀아웃 브러시드 니켈</a:t>
            </a:r>
          </a:p>
        </p:txBody>
      </p:sp>
    </p:spTree>
    <p:extLst>
      <p:ext uri="{BB962C8B-B14F-4D97-AF65-F5344CB8AC3E}">
        <p14:creationId xmlns:p14="http://schemas.microsoft.com/office/powerpoint/2010/main" val="250819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D5B32-908B-4843-B554-D103B0B5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금액 구성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1CAAE-1134-431D-9738-EEB3A1CDC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가구 </a:t>
            </a:r>
            <a:r>
              <a:rPr lang="en-US" altLang="ko-KR"/>
              <a:t>4,200,000 / </a:t>
            </a:r>
            <a:r>
              <a:rPr lang="ko-KR" altLang="en-US"/>
              <a:t>상판 </a:t>
            </a:r>
            <a:r>
              <a:rPr lang="en-US" altLang="ko-KR"/>
              <a:t>1,780,000</a:t>
            </a:r>
          </a:p>
          <a:p>
            <a:r>
              <a:rPr lang="ko-KR" altLang="en-US"/>
              <a:t>타일 </a:t>
            </a:r>
            <a:r>
              <a:rPr lang="en-US" altLang="ko-KR"/>
              <a:t>620,000 / </a:t>
            </a:r>
            <a:r>
              <a:rPr lang="ko-KR" altLang="en-US"/>
              <a:t>싱크볼 및 수전 </a:t>
            </a:r>
            <a:r>
              <a:rPr lang="en-US" altLang="ko-KR"/>
              <a:t>310,000</a:t>
            </a:r>
          </a:p>
          <a:p>
            <a:r>
              <a:rPr lang="ko-KR" altLang="en-US"/>
              <a:t>후드 배관 </a:t>
            </a:r>
            <a:r>
              <a:rPr lang="en-US" altLang="ko-KR"/>
              <a:t>180,000 / </a:t>
            </a:r>
            <a:r>
              <a:rPr lang="ko-KR" altLang="en-US"/>
              <a:t>전기 </a:t>
            </a:r>
            <a:r>
              <a:rPr lang="en-US" altLang="ko-KR"/>
              <a:t>260,000</a:t>
            </a:r>
          </a:p>
          <a:p>
            <a:r>
              <a:rPr lang="ko-KR" altLang="en-US"/>
              <a:t>바닥 </a:t>
            </a:r>
            <a:r>
              <a:rPr lang="en-US" altLang="ko-KR"/>
              <a:t>390,000 / </a:t>
            </a:r>
            <a:r>
              <a:rPr lang="ko-KR" altLang="en-US"/>
              <a:t>인건비 </a:t>
            </a:r>
            <a:r>
              <a:rPr lang="en-US" altLang="ko-KR"/>
              <a:t>3,000,000</a:t>
            </a:r>
          </a:p>
          <a:p>
            <a:r>
              <a:rPr lang="ko-KR" altLang="en-US"/>
              <a:t>관리비 </a:t>
            </a:r>
            <a:r>
              <a:rPr lang="en-US" altLang="ko-KR"/>
              <a:t>260,000 - </a:t>
            </a:r>
            <a:r>
              <a:rPr lang="ko-KR" altLang="en-US"/>
              <a:t>공급가 </a:t>
            </a:r>
            <a:r>
              <a:rPr lang="en-US" altLang="ko-KR"/>
              <a:t>11,000,000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9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6D52A-52DA-4A57-8ABB-FA592C21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일정 제안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92224-4C80-4C2D-85F4-08AB3D57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착공 </a:t>
            </a:r>
            <a:r>
              <a:rPr lang="en-US" altLang="ko-KR"/>
              <a:t>2026-10-19, </a:t>
            </a:r>
            <a:r>
              <a:rPr lang="ko-KR" altLang="en-US"/>
              <a:t>주방 가구 시공 </a:t>
            </a:r>
            <a:r>
              <a:rPr lang="en-US" altLang="ko-KR"/>
              <a:t>2026-11-03</a:t>
            </a:r>
          </a:p>
          <a:p>
            <a:r>
              <a:rPr lang="ko-KR" altLang="en-US"/>
              <a:t>상판은 철거 직후 재실측 후 제작 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일</a:t>
            </a:r>
            <a:r>
              <a:rPr lang="en-US" altLang="ko-KR"/>
              <a:t>)</a:t>
            </a:r>
          </a:p>
          <a:p>
            <a:r>
              <a:rPr lang="ko-KR" altLang="en-US"/>
              <a:t>빌트인 가전 설치는 </a:t>
            </a:r>
            <a:r>
              <a:rPr lang="en-US" altLang="ko-KR"/>
              <a:t>11-05 </a:t>
            </a:r>
            <a:r>
              <a:rPr lang="ko-KR" altLang="en-US"/>
              <a:t>별도 업체</a:t>
            </a:r>
          </a:p>
          <a:p>
            <a:r>
              <a:rPr lang="ko-KR" altLang="en-US"/>
              <a:t>준공 및 검사 </a:t>
            </a:r>
            <a:r>
              <a:rPr lang="en-US" altLang="ko-KR"/>
              <a:t>2026-11-06</a:t>
            </a:r>
          </a:p>
          <a:p>
            <a:r>
              <a:rPr lang="ko-KR" altLang="en-US"/>
              <a:t>일요일 및 공휴일 작업 없음</a:t>
            </a:r>
          </a:p>
        </p:txBody>
      </p:sp>
    </p:spTree>
    <p:extLst>
      <p:ext uri="{BB962C8B-B14F-4D97-AF65-F5344CB8AC3E}">
        <p14:creationId xmlns:p14="http://schemas.microsoft.com/office/powerpoint/2010/main" val="78999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E2287-3D1C-4D74-B9A9-DB385D64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보증과 사후관리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2EA65B-F1B8-4095-8168-DB259BFE5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가구 및 상판 </a:t>
            </a:r>
            <a:r>
              <a:rPr lang="en-US" altLang="ko-KR"/>
              <a:t>1</a:t>
            </a:r>
            <a:r>
              <a:rPr lang="ko-KR" altLang="en-US"/>
              <a:t>년</a:t>
            </a:r>
            <a:r>
              <a:rPr lang="en-US" altLang="ko-KR"/>
              <a:t>, </a:t>
            </a:r>
            <a:r>
              <a:rPr lang="ko-KR" altLang="en-US"/>
              <a:t>전기 </a:t>
            </a:r>
            <a:r>
              <a:rPr lang="en-US" altLang="ko-KR"/>
              <a:t>2</a:t>
            </a:r>
            <a:r>
              <a:rPr lang="ko-KR" altLang="en-US"/>
              <a:t>년</a:t>
            </a:r>
          </a:p>
          <a:p>
            <a:r>
              <a:rPr lang="ko-KR" altLang="en-US"/>
              <a:t>세라믹 상판 충격 파손은 보증 제외</a:t>
            </a:r>
          </a:p>
          <a:p>
            <a:r>
              <a:rPr lang="en-US" altLang="ko-KR"/>
              <a:t>AS </a:t>
            </a:r>
            <a:r>
              <a:rPr lang="ko-KR" altLang="en-US"/>
              <a:t>접수 후 </a:t>
            </a:r>
            <a:r>
              <a:rPr lang="en-US" altLang="ko-KR"/>
              <a:t>3</a:t>
            </a:r>
            <a:r>
              <a:rPr lang="ko-KR" altLang="en-US"/>
              <a:t>일 내 방문</a:t>
            </a:r>
            <a:r>
              <a:rPr lang="en-US" altLang="ko-KR"/>
              <a:t>, 7</a:t>
            </a:r>
            <a:r>
              <a:rPr lang="ko-KR" altLang="en-US"/>
              <a:t>일 내 보수</a:t>
            </a:r>
          </a:p>
          <a:p>
            <a:r>
              <a:rPr lang="ko-KR" altLang="en-US"/>
              <a:t>준공 시 보증서 및 자재 보증서 원본 교부</a:t>
            </a:r>
          </a:p>
          <a:p>
            <a:r>
              <a:rPr lang="ko-KR" altLang="en-US"/>
              <a:t>욕실 동시 발주 시 패키지 할인 적용</a:t>
            </a:r>
          </a:p>
        </p:txBody>
      </p:sp>
    </p:spTree>
    <p:extLst>
      <p:ext uri="{BB962C8B-B14F-4D97-AF65-F5344CB8AC3E}">
        <p14:creationId xmlns:p14="http://schemas.microsoft.com/office/powerpoint/2010/main" val="2638200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와이드스크린</PresentationFormat>
  <Paragraphs>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주방 리모델링 제안</vt:lpstr>
      <vt:lpstr>제안 개요</vt:lpstr>
      <vt:lpstr>무엇을 바꾸는가</vt:lpstr>
      <vt:lpstr>사양 제안</vt:lpstr>
      <vt:lpstr>금액 구성</vt:lpstr>
      <vt:lpstr>일정 제안</vt:lpstr>
      <vt:lpstr>보증과 사후관리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 리모델링 제안</dc:title>
  <dc:creator>정재원/UX Innovation Lab(SR)/삼성전자</dc:creator>
  <cp:lastModifiedBy>정재원/UX Innovation Lab(SR)/삼성전자</cp:lastModifiedBy>
  <cp:revision>1</cp:revision>
  <dcterms:created xsi:type="dcterms:W3CDTF">2026-10-14T07:53:56Z</dcterms:created>
  <dcterms:modified xsi:type="dcterms:W3CDTF">2026-10-14T07:53:56Z</dcterms:modified>
</cp:coreProperties>
</file>