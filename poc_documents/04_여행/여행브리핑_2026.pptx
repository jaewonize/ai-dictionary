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32505E4-F038-4A7E-922D-FE2DDCFDA87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77EBF9F9-026C-4D71-B3F2-5B50CAAD240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339E99A-6AE9-49C5-941E-8749E18222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690881-CA0C-46C2-9AC2-3DF0ECA62CF2}" type="datetimeFigureOut">
              <a:rPr lang="ko-KR" altLang="en-US" smtClean="0"/>
              <a:t>2026-10-14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F87199A-253D-4383-B730-9BAF3E8287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0C4058E-E038-4AB4-8C9B-46BAAE49F1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1385E5-F0E9-4E0C-B496-3C2AB1C8775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811393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154F859-C05C-4FF2-8CBD-4C20929E3C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E34C122-FB88-4A30-A1E5-F6F052F6D3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857DDF9-BCBE-4709-B3CC-7994DDAEF7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690881-CA0C-46C2-9AC2-3DF0ECA62CF2}" type="datetimeFigureOut">
              <a:rPr lang="ko-KR" altLang="en-US" smtClean="0"/>
              <a:t>2026-10-14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D043C07-9418-46EC-A41B-F196393150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C049F35-EB68-4C81-BFDF-D40953E6CD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1385E5-F0E9-4E0C-B496-3C2AB1C8775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500102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DF12AC7-10F2-4CD0-B99E-C9DDA0A532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125D600-5E9B-42D2-AB04-165D78E712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30E01EC-E1DD-4082-93C3-D14E7E3413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690881-CA0C-46C2-9AC2-3DF0ECA62CF2}" type="datetimeFigureOut">
              <a:rPr lang="ko-KR" altLang="en-US" smtClean="0"/>
              <a:t>2026-10-14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2F480D3-0056-457F-ADEA-2C4AE1D422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20F950F-E1DB-49FF-98BB-27F9275952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1385E5-F0E9-4E0C-B496-3C2AB1C8775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458039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7254793-2B4F-46BF-A336-4E4FD91DE9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9FFE988-47B4-4E44-AFF2-9F2BA6C6F1C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00D7204-84A3-4717-9417-5B44EF16CFC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E2E84F9-C633-41A1-A3CD-E30ECB55D0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690881-CA0C-46C2-9AC2-3DF0ECA62CF2}" type="datetimeFigureOut">
              <a:rPr lang="ko-KR" altLang="en-US" smtClean="0"/>
              <a:t>2026-10-14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4357C2A-69CF-4339-97D1-166C5ACBEC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2A349DF-2E4F-410A-8479-FD32F75EEA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1385E5-F0E9-4E0C-B496-3C2AB1C8775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44654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2D46544-CFE8-4ED4-AADF-40BB6C5FF4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2B8393B-48D4-4F73-8C82-2E11ADA4D7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69A4948-606C-44FD-A4AB-9D2C0E113F5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3DB260FA-41EB-4FAD-A5E8-8A969A0A820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B2804C4D-C04D-4D74-A6DB-E2C1E45608C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B92E034D-6A8D-45C0-B354-407C4B10F6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690881-CA0C-46C2-9AC2-3DF0ECA62CF2}" type="datetimeFigureOut">
              <a:rPr lang="ko-KR" altLang="en-US" smtClean="0"/>
              <a:t>2026-10-14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168578D5-B9CA-46DF-990B-9BDE1ADD24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2543CC87-8A12-4A06-B664-C8D622DEBD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1385E5-F0E9-4E0C-B496-3C2AB1C8775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900691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BE9767C-AC07-47CD-B100-E03F28ACE3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F7F3AC40-0467-4217-B115-87FDDDFD99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690881-CA0C-46C2-9AC2-3DF0ECA62CF2}" type="datetimeFigureOut">
              <a:rPr lang="ko-KR" altLang="en-US" smtClean="0"/>
              <a:t>2026-10-14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04880806-69E4-4CFF-B395-8556685182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69E2274F-8A05-4D2C-BA3D-82D270B227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1385E5-F0E9-4E0C-B496-3C2AB1C8775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222043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F9A60AEB-7B37-4077-AC78-79443B38C5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690881-CA0C-46C2-9AC2-3DF0ECA62CF2}" type="datetimeFigureOut">
              <a:rPr lang="ko-KR" altLang="en-US" smtClean="0"/>
              <a:t>2026-10-14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A0D42683-D298-4191-A381-B623470DC0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43B5963-7D2D-4E65-8C33-05CD136FE7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1385E5-F0E9-4E0C-B496-3C2AB1C8775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23435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1A56389-5336-4C65-BA4B-7DC1E2FE85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E1DB8F9-6E3A-4284-BFB9-13B1525444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6716ED7-8AAF-4FC6-BBB1-51BC82D2039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91B3BC9-2B58-4824-882F-8C43260049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690881-CA0C-46C2-9AC2-3DF0ECA62CF2}" type="datetimeFigureOut">
              <a:rPr lang="ko-KR" altLang="en-US" smtClean="0"/>
              <a:t>2026-10-14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88BF414-DD5D-4C96-A0AD-CB32ECB6FB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20DDD65-55C6-4CD2-9FE1-B31565EDA3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1385E5-F0E9-4E0C-B496-3C2AB1C8775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252908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C8598CA-58A8-456B-8412-C1E10EE2A1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3CEE563C-788E-4878-B91D-8AE0C73F702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D54CFB8-589C-44D5-8D8B-9BD93B0A342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4C91614-0486-4984-BD4A-51B6657587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690881-CA0C-46C2-9AC2-3DF0ECA62CF2}" type="datetimeFigureOut">
              <a:rPr lang="ko-KR" altLang="en-US" smtClean="0"/>
              <a:t>2026-10-14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BAEC8EE-5BC5-4131-8EFA-763E2FEF12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ABC0CA5-0B4F-48BC-BB5A-9E95C2D4CA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1385E5-F0E9-4E0C-B496-3C2AB1C8775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803862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66BF33A-B8E5-4B47-9D96-E2090AEEB0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76658D5E-B76F-4641-819C-44383CEBCCF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AE5AEC5-596B-4EF0-9C77-D1A67EF9B2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690881-CA0C-46C2-9AC2-3DF0ECA62CF2}" type="datetimeFigureOut">
              <a:rPr lang="ko-KR" altLang="en-US" smtClean="0"/>
              <a:t>2026-10-14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A83EC79-7342-4114-B1A4-00848B16DD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DFFED00-CE0E-4C47-BE27-AC0508088F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1385E5-F0E9-4E0C-B496-3C2AB1C8775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411235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66F129BC-2E0B-40EB-9B98-2EBBC20A012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A6D372CE-D3A4-4272-90D0-0FD6C7E6692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082DD87-ECD3-468C-950D-6BECEA067D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690881-CA0C-46C2-9AC2-3DF0ECA62CF2}" type="datetimeFigureOut">
              <a:rPr lang="ko-KR" altLang="en-US" smtClean="0"/>
              <a:t>2026-10-14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E7C95DE-4DF3-47C3-8576-CFE25A82F5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9D1F0B6-AC1A-478E-A0F7-A3621074C3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1385E5-F0E9-4E0C-B496-3C2AB1C8775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8748391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62DE368-9FDA-41D9-ABB5-E483310BBF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01F8776-34FA-4D48-9C01-25B45769CEB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3ACFE75-0DB7-437F-99F0-75DCE9FA91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690881-CA0C-46C2-9AC2-3DF0ECA62CF2}" type="datetimeFigureOut">
              <a:rPr lang="ko-KR" altLang="en-US" smtClean="0"/>
              <a:t>2026-10-14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0A67D7C-C43A-4F24-8F98-FE74BE155E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9856001-54AB-4FD9-9CCD-026D537C9C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1385E5-F0E9-4E0C-B496-3C2AB1C8775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696267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A5DB0D2D-B96C-4F49-8E42-FA71A646B4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1493D19-4FE1-4980-9EB2-9CBD000148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2B5B02E-E741-4BB7-A711-13B10EC0A95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0690881-CA0C-46C2-9AC2-3DF0ECA62CF2}" type="datetimeFigureOut">
              <a:rPr lang="ko-KR" altLang="en-US" smtClean="0"/>
              <a:t>2026-10-14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7F0BE10-CC30-45F8-A92D-617386C1AAA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804F992-A0DA-4810-89A6-BCD90207B4D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41385E5-F0E9-4E0C-B496-3C2AB1C8775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65726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766D503-8889-4162-8AC6-297DDEFC120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/>
              <a:t>타이베이 </a:t>
            </a:r>
            <a:r>
              <a:rPr lang="en-US" altLang="ko-KR"/>
              <a:t>5</a:t>
            </a:r>
            <a:r>
              <a:rPr lang="ko-KR" altLang="en-US"/>
              <a:t>일 여행 브리핑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C92281C1-B0FF-4DF7-90B8-27A065556DD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ko-KR"/>
              <a:t>2026-05-14 ~ 05-18 / 2</a:t>
            </a:r>
            <a:r>
              <a:rPr lang="ko-KR" altLang="en-US"/>
              <a:t>인 </a:t>
            </a:r>
            <a:r>
              <a:rPr lang="en-US" altLang="ko-KR"/>
              <a:t>/ </a:t>
            </a:r>
            <a:r>
              <a:rPr lang="ko-KR" altLang="en-US"/>
              <a:t>작성 윤지아</a:t>
            </a:r>
          </a:p>
        </p:txBody>
      </p:sp>
    </p:spTree>
    <p:extLst>
      <p:ext uri="{BB962C8B-B14F-4D97-AF65-F5344CB8AC3E}">
        <p14:creationId xmlns:p14="http://schemas.microsoft.com/office/powerpoint/2010/main" val="32917512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40C99C4-8961-4A42-8210-4C849E0804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여행 개요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829A06A-DE8E-423C-B33C-91D923F321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기간</a:t>
            </a:r>
            <a:r>
              <a:rPr lang="en-US" altLang="ko-KR"/>
              <a:t>: 2026-05-14(</a:t>
            </a:r>
            <a:r>
              <a:rPr lang="ko-KR" altLang="en-US"/>
              <a:t>목</a:t>
            </a:r>
            <a:r>
              <a:rPr lang="en-US" altLang="ko-KR"/>
              <a:t>) ~ 05-18(</a:t>
            </a:r>
            <a:r>
              <a:rPr lang="ko-KR" altLang="en-US"/>
              <a:t>월</a:t>
            </a:r>
            <a:r>
              <a:rPr lang="en-US" altLang="ko-KR"/>
              <a:t>), 4</a:t>
            </a:r>
            <a:r>
              <a:rPr lang="ko-KR" altLang="en-US"/>
              <a:t>박 </a:t>
            </a:r>
            <a:r>
              <a:rPr lang="en-US" altLang="ko-KR"/>
              <a:t>5</a:t>
            </a:r>
            <a:r>
              <a:rPr lang="ko-KR" altLang="en-US"/>
              <a:t>일</a:t>
            </a:r>
          </a:p>
          <a:p>
            <a:r>
              <a:rPr lang="ko-KR" altLang="en-US"/>
              <a:t>인원</a:t>
            </a:r>
            <a:r>
              <a:rPr lang="en-US" altLang="ko-KR"/>
              <a:t>: 2</a:t>
            </a:r>
            <a:r>
              <a:rPr lang="ko-KR" altLang="en-US"/>
              <a:t>명 </a:t>
            </a:r>
            <a:r>
              <a:rPr lang="en-US" altLang="ko-KR"/>
              <a:t>(</a:t>
            </a:r>
            <a:r>
              <a:rPr lang="ko-KR" altLang="en-US"/>
              <a:t>윤지아</a:t>
            </a:r>
            <a:r>
              <a:rPr lang="en-US" altLang="ko-KR"/>
              <a:t>, </a:t>
            </a:r>
            <a:r>
              <a:rPr lang="ko-KR" altLang="en-US"/>
              <a:t>강미래</a:t>
            </a:r>
            <a:r>
              <a:rPr lang="en-US" altLang="ko-KR"/>
              <a:t>)</a:t>
            </a:r>
          </a:p>
          <a:p>
            <a:r>
              <a:rPr lang="ko-KR" altLang="en-US"/>
              <a:t>숙소</a:t>
            </a:r>
            <a:r>
              <a:rPr lang="en-US" altLang="ko-KR"/>
              <a:t>: </a:t>
            </a:r>
            <a:r>
              <a:rPr lang="ko-KR" altLang="en-US"/>
              <a:t>중산 스테이 호텔 </a:t>
            </a:r>
            <a:r>
              <a:rPr lang="en-US" altLang="ko-KR"/>
              <a:t>4</a:t>
            </a:r>
            <a:r>
              <a:rPr lang="ko-KR" altLang="en-US"/>
              <a:t>박</a:t>
            </a:r>
            <a:r>
              <a:rPr lang="en-US" altLang="ko-KR"/>
              <a:t>, 1</a:t>
            </a:r>
            <a:r>
              <a:rPr lang="ko-KR" altLang="en-US"/>
              <a:t>박 </a:t>
            </a:r>
            <a:r>
              <a:rPr lang="en-US" altLang="ko-KR"/>
              <a:t>134,000</a:t>
            </a:r>
            <a:r>
              <a:rPr lang="ko-KR" altLang="en-US"/>
              <a:t>원</a:t>
            </a:r>
          </a:p>
          <a:p>
            <a:r>
              <a:rPr lang="ko-KR" altLang="en-US"/>
              <a:t>총 예산</a:t>
            </a:r>
            <a:r>
              <a:rPr lang="en-US" altLang="ko-KR"/>
              <a:t>: 1</a:t>
            </a:r>
            <a:r>
              <a:rPr lang="ko-KR" altLang="en-US"/>
              <a:t>인 </a:t>
            </a:r>
            <a:r>
              <a:rPr lang="en-US" altLang="ko-KR"/>
              <a:t>92</a:t>
            </a:r>
            <a:r>
              <a:rPr lang="ko-KR" altLang="en-US"/>
              <a:t>만원 </a:t>
            </a:r>
            <a:r>
              <a:rPr lang="en-US" altLang="ko-KR"/>
              <a:t>(</a:t>
            </a:r>
            <a:r>
              <a:rPr lang="ko-KR" altLang="en-US"/>
              <a:t>항공 </a:t>
            </a:r>
            <a:r>
              <a:rPr lang="en-US" altLang="ko-KR"/>
              <a:t>418,000</a:t>
            </a:r>
            <a:r>
              <a:rPr lang="ko-KR" altLang="en-US"/>
              <a:t>원 포함</a:t>
            </a:r>
            <a:r>
              <a:rPr lang="en-US" altLang="ko-KR"/>
              <a:t>)</a:t>
            </a:r>
          </a:p>
          <a:p>
            <a:r>
              <a:rPr lang="ko-KR" altLang="en-US"/>
              <a:t>키워드</a:t>
            </a:r>
            <a:r>
              <a:rPr lang="en-US" altLang="ko-KR"/>
              <a:t>: </a:t>
            </a:r>
            <a:r>
              <a:rPr lang="ko-KR" altLang="en-US"/>
              <a:t>카페 투어</a:t>
            </a:r>
            <a:r>
              <a:rPr lang="en-US" altLang="ko-KR"/>
              <a:t>, </a:t>
            </a:r>
            <a:r>
              <a:rPr lang="ko-KR" altLang="en-US"/>
              <a:t>야시장</a:t>
            </a:r>
            <a:r>
              <a:rPr lang="en-US" altLang="ko-KR"/>
              <a:t>, </a:t>
            </a:r>
            <a:r>
              <a:rPr lang="ko-KR" altLang="en-US"/>
              <a:t>북해안 투어</a:t>
            </a:r>
          </a:p>
        </p:txBody>
      </p:sp>
    </p:spTree>
    <p:extLst>
      <p:ext uri="{BB962C8B-B14F-4D97-AF65-F5344CB8AC3E}">
        <p14:creationId xmlns:p14="http://schemas.microsoft.com/office/powerpoint/2010/main" val="28852609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9DC8AD0-8419-4609-972D-5BB2B71454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일자별 요약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714F1A4-931F-4EFA-8CD5-94F38A986EB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/>
              <a:t>1</a:t>
            </a:r>
            <a:r>
              <a:rPr lang="ko-KR" altLang="en-US"/>
              <a:t>일차</a:t>
            </a:r>
            <a:r>
              <a:rPr lang="en-US" altLang="ko-KR"/>
              <a:t>: </a:t>
            </a:r>
            <a:r>
              <a:rPr lang="ko-KR" altLang="en-US"/>
              <a:t>오후 도착</a:t>
            </a:r>
            <a:r>
              <a:rPr lang="en-US" altLang="ko-KR"/>
              <a:t>, </a:t>
            </a:r>
            <a:r>
              <a:rPr lang="ko-KR" altLang="en-US"/>
              <a:t>중산 체크인</a:t>
            </a:r>
            <a:r>
              <a:rPr lang="en-US" altLang="ko-KR"/>
              <a:t>, </a:t>
            </a:r>
            <a:r>
              <a:rPr lang="ko-KR" altLang="en-US"/>
              <a:t>닝샤 야시장</a:t>
            </a:r>
          </a:p>
          <a:p>
            <a:r>
              <a:rPr lang="en-US" altLang="ko-KR"/>
              <a:t>2</a:t>
            </a:r>
            <a:r>
              <a:rPr lang="ko-KR" altLang="en-US"/>
              <a:t>일차</a:t>
            </a:r>
            <a:r>
              <a:rPr lang="en-US" altLang="ko-KR"/>
              <a:t>: </a:t>
            </a:r>
            <a:r>
              <a:rPr lang="ko-KR" altLang="en-US"/>
              <a:t>다다오청 카페 </a:t>
            </a:r>
            <a:r>
              <a:rPr lang="en-US" altLang="ko-KR"/>
              <a:t>3</a:t>
            </a:r>
            <a:r>
              <a:rPr lang="ko-KR" altLang="en-US"/>
              <a:t>곳</a:t>
            </a:r>
            <a:r>
              <a:rPr lang="en-US" altLang="ko-KR"/>
              <a:t>, </a:t>
            </a:r>
            <a:r>
              <a:rPr lang="ko-KR" altLang="en-US"/>
              <a:t>디화제 건어물 거리</a:t>
            </a:r>
          </a:p>
          <a:p>
            <a:r>
              <a:rPr lang="en-US" altLang="ko-KR"/>
              <a:t>3</a:t>
            </a:r>
            <a:r>
              <a:rPr lang="ko-KR" altLang="en-US"/>
              <a:t>일차</a:t>
            </a:r>
            <a:r>
              <a:rPr lang="en-US" altLang="ko-KR"/>
              <a:t>: </a:t>
            </a:r>
            <a:r>
              <a:rPr lang="ko-KR" altLang="en-US"/>
              <a:t>예류 </a:t>
            </a:r>
            <a:r>
              <a:rPr lang="en-US" altLang="ko-KR"/>
              <a:t>+ </a:t>
            </a:r>
            <a:r>
              <a:rPr lang="ko-KR" altLang="en-US"/>
              <a:t>지우펀 일일 투어 </a:t>
            </a:r>
            <a:r>
              <a:rPr lang="en-US" altLang="ko-KR"/>
              <a:t>(TR-55108)</a:t>
            </a:r>
          </a:p>
          <a:p>
            <a:r>
              <a:rPr lang="en-US" altLang="ko-KR"/>
              <a:t>4</a:t>
            </a:r>
            <a:r>
              <a:rPr lang="ko-KR" altLang="en-US"/>
              <a:t>일차</a:t>
            </a:r>
            <a:r>
              <a:rPr lang="en-US" altLang="ko-KR"/>
              <a:t>: </a:t>
            </a:r>
            <a:r>
              <a:rPr lang="ko-KR" altLang="en-US"/>
              <a:t>마오콩 곤돌라</a:t>
            </a:r>
            <a:r>
              <a:rPr lang="en-US" altLang="ko-KR"/>
              <a:t>, </a:t>
            </a:r>
            <a:r>
              <a:rPr lang="ko-KR" altLang="en-US"/>
              <a:t>차 농원</a:t>
            </a:r>
            <a:r>
              <a:rPr lang="en-US" altLang="ko-KR"/>
              <a:t>, </a:t>
            </a:r>
            <a:r>
              <a:rPr lang="ko-KR" altLang="en-US"/>
              <a:t>로스터리 </a:t>
            </a:r>
            <a:r>
              <a:rPr lang="en-US" altLang="ko-KR"/>
              <a:t>1</a:t>
            </a:r>
            <a:r>
              <a:rPr lang="ko-KR" altLang="en-US"/>
              <a:t>곳</a:t>
            </a:r>
          </a:p>
          <a:p>
            <a:r>
              <a:rPr lang="en-US" altLang="ko-KR"/>
              <a:t>5</a:t>
            </a:r>
            <a:r>
              <a:rPr lang="ko-KR" altLang="en-US"/>
              <a:t>일차</a:t>
            </a:r>
            <a:r>
              <a:rPr lang="en-US" altLang="ko-KR"/>
              <a:t>: </a:t>
            </a:r>
            <a:r>
              <a:rPr lang="ko-KR" altLang="en-US"/>
              <a:t>오전 쇼핑</a:t>
            </a:r>
            <a:r>
              <a:rPr lang="en-US" altLang="ko-KR"/>
              <a:t>, 13:50 </a:t>
            </a:r>
            <a:r>
              <a:rPr lang="ko-KR" altLang="en-US"/>
              <a:t>출발</a:t>
            </a:r>
          </a:p>
        </p:txBody>
      </p:sp>
    </p:spTree>
    <p:extLst>
      <p:ext uri="{BB962C8B-B14F-4D97-AF65-F5344CB8AC3E}">
        <p14:creationId xmlns:p14="http://schemas.microsoft.com/office/powerpoint/2010/main" val="12486460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9366EDA-2E27-4BEE-9D82-A62CA85B21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예약 현황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3313BBC-B5E5-4147-A168-BF708508264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항공</a:t>
            </a:r>
            <a:r>
              <a:rPr lang="en-US" altLang="ko-KR"/>
              <a:t>: </a:t>
            </a:r>
            <a:r>
              <a:rPr lang="ko-KR" altLang="en-US"/>
              <a:t>확정 </a:t>
            </a:r>
            <a:r>
              <a:rPr lang="en-US" altLang="ko-KR"/>
              <a:t>(</a:t>
            </a:r>
            <a:r>
              <a:rPr lang="ko-KR" altLang="en-US"/>
              <a:t>왕복 </a:t>
            </a:r>
            <a:r>
              <a:rPr lang="en-US" altLang="ko-KR"/>
              <a:t>2</a:t>
            </a:r>
            <a:r>
              <a:rPr lang="ko-KR" altLang="en-US"/>
              <a:t>인 </a:t>
            </a:r>
            <a:r>
              <a:rPr lang="en-US" altLang="ko-KR"/>
              <a:t>836,000</a:t>
            </a:r>
            <a:r>
              <a:rPr lang="ko-KR" altLang="en-US"/>
              <a:t>원</a:t>
            </a:r>
            <a:r>
              <a:rPr lang="en-US" altLang="ko-KR"/>
              <a:t>)</a:t>
            </a:r>
          </a:p>
          <a:p>
            <a:r>
              <a:rPr lang="ko-KR" altLang="en-US"/>
              <a:t>숙소</a:t>
            </a:r>
            <a:r>
              <a:rPr lang="en-US" altLang="ko-KR"/>
              <a:t>: </a:t>
            </a:r>
            <a:r>
              <a:rPr lang="ko-KR" altLang="en-US"/>
              <a:t>확정</a:t>
            </a:r>
            <a:r>
              <a:rPr lang="en-US" altLang="ko-KR"/>
              <a:t>, </a:t>
            </a:r>
            <a:r>
              <a:rPr lang="ko-KR" altLang="en-US"/>
              <a:t>조식 불포함</a:t>
            </a:r>
          </a:p>
          <a:p>
            <a:r>
              <a:rPr lang="ko-KR" altLang="en-US"/>
              <a:t>투어</a:t>
            </a:r>
            <a:r>
              <a:rPr lang="en-US" altLang="ko-KR"/>
              <a:t>: </a:t>
            </a:r>
            <a:r>
              <a:rPr lang="ko-KR" altLang="en-US"/>
              <a:t>확정</a:t>
            </a:r>
            <a:r>
              <a:rPr lang="en-US" altLang="ko-KR"/>
              <a:t>, 136,000</a:t>
            </a:r>
            <a:r>
              <a:rPr lang="ko-KR" altLang="en-US"/>
              <a:t>원 선결제</a:t>
            </a:r>
          </a:p>
          <a:p>
            <a:r>
              <a:rPr lang="ko-KR" altLang="en-US"/>
              <a:t>교통카드</a:t>
            </a:r>
            <a:r>
              <a:rPr lang="en-US" altLang="ko-KR"/>
              <a:t>: </a:t>
            </a:r>
            <a:r>
              <a:rPr lang="ko-KR" altLang="en-US"/>
              <a:t>현지 구매 예정</a:t>
            </a:r>
          </a:p>
          <a:p>
            <a:r>
              <a:rPr lang="ko-KR" altLang="en-US"/>
              <a:t>보험</a:t>
            </a:r>
            <a:r>
              <a:rPr lang="en-US" altLang="ko-KR"/>
              <a:t>: </a:t>
            </a:r>
            <a:r>
              <a:rPr lang="ko-KR" altLang="en-US"/>
              <a:t>출발 </a:t>
            </a:r>
            <a:r>
              <a:rPr lang="en-US" altLang="ko-KR"/>
              <a:t>7</a:t>
            </a:r>
            <a:r>
              <a:rPr lang="ko-KR" altLang="en-US"/>
              <a:t>일 전 가입 예정</a:t>
            </a:r>
          </a:p>
        </p:txBody>
      </p:sp>
    </p:spTree>
    <p:extLst>
      <p:ext uri="{BB962C8B-B14F-4D97-AF65-F5344CB8AC3E}">
        <p14:creationId xmlns:p14="http://schemas.microsoft.com/office/powerpoint/2010/main" val="2060298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80EDCFD-210C-4901-A0E9-FF8A4EB7F5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카페 투어 후보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ACEF0EA-54E8-46C4-8BAA-596B0D546B7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다다오청 올드하우스 커피 </a:t>
            </a:r>
            <a:r>
              <a:rPr lang="en-US" altLang="ko-KR"/>
              <a:t>- </a:t>
            </a:r>
            <a:r>
              <a:rPr lang="ko-KR" altLang="en-US"/>
              <a:t>산미 강한 에티오피아</a:t>
            </a:r>
          </a:p>
          <a:p>
            <a:r>
              <a:rPr lang="ko-KR" altLang="en-US"/>
              <a:t>중산 화이트룸 </a:t>
            </a:r>
            <a:r>
              <a:rPr lang="en-US" altLang="ko-KR"/>
              <a:t>- </a:t>
            </a:r>
            <a:r>
              <a:rPr lang="ko-KR" altLang="en-US"/>
              <a:t>에스프레소 바</a:t>
            </a:r>
            <a:r>
              <a:rPr lang="en-US" altLang="ko-KR"/>
              <a:t>, </a:t>
            </a:r>
            <a:r>
              <a:rPr lang="ko-KR" altLang="en-US"/>
              <a:t>좌석 적음</a:t>
            </a:r>
          </a:p>
          <a:p>
            <a:r>
              <a:rPr lang="ko-KR" altLang="en-US"/>
              <a:t>마오콩 차</a:t>
            </a:r>
            <a:r>
              <a:rPr lang="en-US" altLang="ko-KR"/>
              <a:t>+</a:t>
            </a:r>
            <a:r>
              <a:rPr lang="ko-KR" altLang="en-US"/>
              <a:t>커피 하우스 </a:t>
            </a:r>
            <a:r>
              <a:rPr lang="en-US" altLang="ko-KR"/>
              <a:t>- </a:t>
            </a:r>
            <a:r>
              <a:rPr lang="ko-KR" altLang="en-US"/>
              <a:t>전망석 예약 권장</a:t>
            </a:r>
          </a:p>
          <a:p>
            <a:r>
              <a:rPr lang="ko-KR" altLang="en-US"/>
              <a:t>린장제 소형 로스터리 </a:t>
            </a:r>
            <a:r>
              <a:rPr lang="en-US" altLang="ko-KR"/>
              <a:t>- </a:t>
            </a:r>
            <a:r>
              <a:rPr lang="ko-KR" altLang="en-US"/>
              <a:t>원두 </a:t>
            </a:r>
            <a:r>
              <a:rPr lang="en-US" altLang="ko-KR"/>
              <a:t>200g </a:t>
            </a:r>
            <a:r>
              <a:rPr lang="ko-KR" altLang="en-US"/>
              <a:t>구매 목표</a:t>
            </a:r>
          </a:p>
          <a:p>
            <a:r>
              <a:rPr lang="ko-KR" altLang="en-US"/>
              <a:t>야외석 있는 곳 우선</a:t>
            </a:r>
            <a:r>
              <a:rPr lang="en-US" altLang="ko-KR"/>
              <a:t>, </a:t>
            </a:r>
            <a:r>
              <a:rPr lang="ko-KR" altLang="en-US"/>
              <a:t>모카는 동반 불가로 펫시터 예약</a:t>
            </a:r>
          </a:p>
        </p:txBody>
      </p:sp>
    </p:spTree>
    <p:extLst>
      <p:ext uri="{BB962C8B-B14F-4D97-AF65-F5344CB8AC3E}">
        <p14:creationId xmlns:p14="http://schemas.microsoft.com/office/powerpoint/2010/main" val="33248178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063C2D8-EC2B-4647-84F6-9597F8FF05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준비물 및 체크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6FBA205-F676-47BA-9162-21AC5AE4760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여권 유효기간 </a:t>
            </a:r>
            <a:r>
              <a:rPr lang="en-US" altLang="ko-KR"/>
              <a:t>2027-08</a:t>
            </a:r>
            <a:r>
              <a:rPr lang="ko-KR" altLang="en-US"/>
              <a:t>까지 확인 완료</a:t>
            </a:r>
          </a:p>
          <a:p>
            <a:r>
              <a:rPr lang="ko-KR" altLang="en-US"/>
              <a:t>현지 유심 </a:t>
            </a:r>
            <a:r>
              <a:rPr lang="en-US" altLang="ko-KR"/>
              <a:t>2</a:t>
            </a:r>
            <a:r>
              <a:rPr lang="ko-KR" altLang="en-US"/>
              <a:t>인 사전 구매 </a:t>
            </a:r>
            <a:r>
              <a:rPr lang="en-US" altLang="ko-KR"/>
              <a:t>(28,000</a:t>
            </a:r>
            <a:r>
              <a:rPr lang="ko-KR" altLang="en-US"/>
              <a:t>원</a:t>
            </a:r>
            <a:r>
              <a:rPr lang="en-US" altLang="ko-KR"/>
              <a:t>)</a:t>
            </a:r>
          </a:p>
          <a:p>
            <a:r>
              <a:rPr lang="ko-KR" altLang="en-US"/>
              <a:t>우기 대비 접이식 우산</a:t>
            </a:r>
            <a:r>
              <a:rPr lang="en-US" altLang="ko-KR"/>
              <a:t>, </a:t>
            </a:r>
            <a:r>
              <a:rPr lang="ko-KR" altLang="en-US"/>
              <a:t>방수 카메라 커버</a:t>
            </a:r>
          </a:p>
          <a:p>
            <a:r>
              <a:rPr lang="ko-KR" altLang="en-US"/>
              <a:t>모카 펫시터 </a:t>
            </a:r>
            <a:r>
              <a:rPr lang="en-US" altLang="ko-KR"/>
              <a:t>5/14 ~ 5/18 </a:t>
            </a:r>
            <a:r>
              <a:rPr lang="ko-KR" altLang="en-US"/>
              <a:t>예약 </a:t>
            </a:r>
            <a:r>
              <a:rPr lang="en-US" altLang="ko-KR"/>
              <a:t>(190,000</a:t>
            </a:r>
            <a:r>
              <a:rPr lang="ko-KR" altLang="en-US"/>
              <a:t>원</a:t>
            </a:r>
            <a:r>
              <a:rPr lang="en-US" altLang="ko-KR"/>
              <a:t>)</a:t>
            </a:r>
          </a:p>
          <a:p>
            <a:r>
              <a:rPr lang="ko-KR" altLang="en-US"/>
              <a:t>비상 연락처 및 보험 증권 사본 출력</a:t>
            </a:r>
          </a:p>
        </p:txBody>
      </p:sp>
    </p:spTree>
    <p:extLst>
      <p:ext uri="{BB962C8B-B14F-4D97-AF65-F5344CB8AC3E}">
        <p14:creationId xmlns:p14="http://schemas.microsoft.com/office/powerpoint/2010/main" val="5652491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256</Words>
  <Application>Microsoft Office PowerPoint</Application>
  <PresentationFormat>와이드스크린</PresentationFormat>
  <Paragraphs>32</Paragraphs>
  <Slides>6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9" baseType="lpstr">
      <vt:lpstr>맑은 고딕</vt:lpstr>
      <vt:lpstr>Arial</vt:lpstr>
      <vt:lpstr>Office 테마</vt:lpstr>
      <vt:lpstr>타이베이 5일 여행 브리핑</vt:lpstr>
      <vt:lpstr>여행 개요</vt:lpstr>
      <vt:lpstr>일자별 요약</vt:lpstr>
      <vt:lpstr>예약 현황</vt:lpstr>
      <vt:lpstr>카페 투어 후보</vt:lpstr>
      <vt:lpstr>준비물 및 체크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타이베이 5일 여행 브리핑</dc:title>
  <dc:creator>정재원/UX Innovation Lab(SR)/삼성전자</dc:creator>
  <cp:lastModifiedBy>정재원/UX Innovation Lab(SR)/삼성전자</cp:lastModifiedBy>
  <cp:revision>1</cp:revision>
  <dcterms:created xsi:type="dcterms:W3CDTF">2026-10-14T02:18:07Z</dcterms:created>
  <dcterms:modified xsi:type="dcterms:W3CDTF">2026-10-14T02:18:07Z</dcterms:modified>
</cp:coreProperties>
</file>