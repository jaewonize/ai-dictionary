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e8eaf0bfa34b4b" /><Relationship Type="http://schemas.openxmlformats.org/officeDocument/2006/relationships/extended-properties" Target="/docProps/app.xml" Id="R83df84eb4e16467e" /><Relationship Type="http://schemas.openxmlformats.org/officeDocument/2006/relationships/officeDocument" Target="/ppt/presentation.xml" Id="R2c6ccd95183046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53b945ede6486f"/>
  </p:sldMasterIdLst>
  <p:notesMasterIdLst>
    <p:notesMasterId xmlns:r="http://schemas.openxmlformats.org/officeDocument/2006/relationships" r:id="Rd56c73991ef84832"/>
  </p:notesMasterIdLst>
  <p:sldIdLst>
    <p:sldId xmlns:r="http://schemas.openxmlformats.org/officeDocument/2006/relationships" id="256" r:id="R75758104ab0c4719"/>
    <p:sldId xmlns:r="http://schemas.openxmlformats.org/officeDocument/2006/relationships" id="257" r:id="R2a4e4f2c59704b15"/>
    <p:sldId xmlns:r="http://schemas.openxmlformats.org/officeDocument/2006/relationships" id="258" r:id="R052e21aa2d1245ee"/>
    <p:sldId xmlns:r="http://schemas.openxmlformats.org/officeDocument/2006/relationships" id="259" r:id="Re8165e939a0f43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a10943964748f1" /><Relationship Type="http://schemas.openxmlformats.org/officeDocument/2006/relationships/slideMaster" Target="/ppt/slideMasters/slideMaster1.xml" Id="Ra153b945ede6486f" /><Relationship Type="http://schemas.openxmlformats.org/officeDocument/2006/relationships/notesMaster" Target="/ppt/notesMasters/notesMaster1.xml" Id="Rd56c73991ef84832" /><Relationship Type="http://schemas.openxmlformats.org/officeDocument/2006/relationships/presProps" Target="/ppt/presProps.xml" Id="R8a85bbd9e20f42c5" /><Relationship Type="http://schemas.openxmlformats.org/officeDocument/2006/relationships/tableStyles" Target="/ppt/tableStyles.xml" Id="R450d92971db04314" /><Relationship Type="http://schemas.openxmlformats.org/officeDocument/2006/relationships/slide" Target="/ppt/slides/slide1.xml" Id="R75758104ab0c4719" /><Relationship Type="http://schemas.openxmlformats.org/officeDocument/2006/relationships/slide" Target="/ppt/slides/slide2.xml" Id="R2a4e4f2c59704b15" /><Relationship Type="http://schemas.openxmlformats.org/officeDocument/2006/relationships/slide" Target="/ppt/slides/slide3.xml" Id="R052e21aa2d1245ee" /><Relationship Type="http://schemas.openxmlformats.org/officeDocument/2006/relationships/slide" Target="/ppt/slides/slide4.xml" Id="Re8165e939a0f43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e3ce0054ef4a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dfdc1ab36a4da3" /><Relationship Type="http://schemas.openxmlformats.org/officeDocument/2006/relationships/notesMaster" Target="/ppt/notesMasters/notesMaster1.xml" Id="R4b05550bcd6849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29e3a6bae44120" /><Relationship Type="http://schemas.openxmlformats.org/officeDocument/2006/relationships/notesMaster" Target="/ppt/notesMasters/notesMaster1.xml" Id="R5990c43dc54943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74783558b84952" /><Relationship Type="http://schemas.openxmlformats.org/officeDocument/2006/relationships/notesMaster" Target="/ppt/notesMasters/notesMaster1.xml" Id="Ra3fe2ad4d28944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8bf17b933246d9" /><Relationship Type="http://schemas.openxmlformats.org/officeDocument/2006/relationships/notesMaster" Target="/ppt/notesMasters/notesMaster1.xml" Id="R1fef6b8485ac47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인터랙션 시연용 가상 브랜드 및 제안 내용.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인터랙션 시연용 가상 브랜드 및 제안 내용.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인터랙션 시연용 가상 브랜드 및 제안 내용.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인터랙션 시연용 가상 브랜드 및 제안 내용.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e060fef12943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88e5d36ba54311" /><Relationship Type="http://schemas.openxmlformats.org/officeDocument/2006/relationships/slideLayout" Target="/ppt/slideLayouts/slideLayout1.xml" Id="Rf19af9f586414a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9af9f586414a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7a02930a84b5e" /><Relationship Type="http://schemas.openxmlformats.org/officeDocument/2006/relationships/notesSlide" Target="/ppt/notesSlides/notesSlide1.xml" Id="R23bd3659698641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ada1ee6af45a5" /><Relationship Type="http://schemas.openxmlformats.org/officeDocument/2006/relationships/notesSlide" Target="/ppt/notesSlides/notesSlide2.xml" Id="R66bacf99a31b4f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262bb156440a9" /><Relationship Type="http://schemas.openxmlformats.org/officeDocument/2006/relationships/notesSlide" Target="/ppt/notesSlides/notesSlide3.xml" Id="R3a0cfce2baec40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f5ccf63d341a5" /><Relationship Type="http://schemas.openxmlformats.org/officeDocument/2006/relationships/notesSlide" Target="/ppt/notesSlides/notesSlide4.xml" Id="R95042a092dfc45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D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CC8D4-EA1F-4E9B-A8C2-6D61F205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75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rPr>
              <a:t>오온  브랜드 전략 제안     2026.09.20     v6     1 /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0D1EB-8A5D-434D-B94D-10A8C7EA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OOON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CC5A5-526F-4282-990C-FCDDF0FE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952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57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브랜드 전략</a:t>
            </a:r>
          </a:p>
          <a:p xmlns:a="http://schemas.openxmlformats.org/drawingml/2006/main">
            <a:pPr>
              <a:defRPr sz="57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57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제안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3734E-DBB7-4C83-91D4-D735ACFC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250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rPr>
              <a:t>매일 쓰는 생활용품 브랜드, 오온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D6171-86FE-4B11-A94C-E0C54B81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7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생활을 바꾸는 새로운 선택</a:t>
            </a:r>
          </a:p>
        </p:txBody>
      </p:sp>
    </p:spTree>
    <p:extLst>
      <p:ext uri="{BB962C8B-B14F-4D97-AF65-F5344CB8AC3E}">
        <p14:creationId xmlns:p14="http://schemas.microsoft.com/office/powerpoint/2010/main" val="1576810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04030-0DCC-4891-9F91-4B6C5865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고객과 브랜드의 약속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7D476-C8CC-4033-B979-140BA35F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75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rPr>
              <a:t>오온  브랜드 전략 제안     2026.09.20     v6     2 /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CA396-1691-4458-901A-54051A1E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핵심 고객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1422C-C958-4720-9A66-B67B51B3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857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첫 집을 꾸리는 25~39세</a:t>
            </a:r>
          </a:p>
          <a:p xmlns:a="http://schemas.openxmlformats.org/drawingml/2006/main">
            <a:pPr>
              <a:defRPr sz="217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필요한 물건을 신중하게 고르는 고객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D55DA-6DE0-4E33-B907-2F551D90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브랜드의 약속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8A83E-FA64-4810-A86C-ADD95604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매일 쓰기 편하고</a:t>
            </a:r>
          </a:p>
          <a:p xmlns:a="http://schemas.openxmlformats.org/drawingml/2006/main">
            <a:pPr>
              <a:defRPr sz="217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오래 두어도 편안한 생활용품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9BA83-FBEF-4053-BC5A-3076F907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제품 기준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EFAA3-F3F6-4688-86D4-7B77BC7D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rPr>
              <a:t>손쉬운 관리와 교체 가능한 부품을 제품 설명에서 구체적으로 안내한다.</a:t>
            </a:r>
          </a:p>
        </p:txBody>
      </p:sp>
    </p:spTree>
    <p:extLst>
      <p:ext uri="{BB962C8B-B14F-4D97-AF65-F5344CB8AC3E}">
        <p14:creationId xmlns:p14="http://schemas.microsoft.com/office/powerpoint/2010/main" val="13648043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EFE9D-6B3F-4CCD-B79C-627259D1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브랜드 메시지와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2100C-B3B7-42CA-9DDD-91D8CB1C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75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rPr>
              <a:t>오온  브랜드 전략 제안     2026.09.20     v6     3 /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77AE6-1F20-406A-8F16-A866175E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rPr>
              <a:t>핵심 메시지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5F90E-D0D1-4D91-8135-CD561035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225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생활을 바꾸는 새로운 선택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090E2-3940-4D14-BA33-B9E792B0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제품 상세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BFA9D-AFA3-4565-8BA6-0BD777B0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62350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디자인 특징과 신제품 소식을 먼저 안내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FE1EC-3ABF-492D-B291-D843CCFB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148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SNS 콘텐츠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40696-E2F8-47B2-842D-D3615FEB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148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새로운 제품과 스타일링 이미지 소개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D6D87-F6D0-4C17-9746-666E41AD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패키지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B2693-ACAD-4E53-AFE6-1BC5492D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67300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브랜드 소개와 신제품 페이지로 이어지는 QR 제공</a:t>
            </a:r>
          </a:p>
        </p:txBody>
      </p:sp>
    </p:spTree>
    <p:extLst>
      <p:ext uri="{BB962C8B-B14F-4D97-AF65-F5344CB8AC3E}">
        <p14:creationId xmlns:p14="http://schemas.microsoft.com/office/powerpoint/2010/main" val="17579646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64A3E-8482-42F7-830A-8B621C49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실행 일정과 확인 항목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41A53-F438-430C-88CC-6FCBC547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75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rPr>
              <a:t>오온  브랜드 전략 제안     2026.09.20     v6     4 /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DDD3E-C185-4A94-8FD9-DD33B28A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rPr>
              <a:t>시기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9AFB6-18E2-4270-BFB3-0F6384BB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52625"/>
            <a:ext cx="3952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rPr>
              <a:t>진행 내용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60997-5327-4C09-9DCA-E8A6F531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526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rPr>
              <a:t>확인 항목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E0089-089B-468B-BDA9-B66AAE24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2000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10월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02F76-DD63-4848-931B-8EFAF9CD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43200"/>
            <a:ext cx="390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메시지·비주얼 방향 정리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FB994-E013-405B-A21D-FA89F043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432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rPr>
              <a:t>고객이 브랜드의 새 이미지를 이해하는가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EB6E5-923C-42D9-B1EF-8EF003D9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2000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11월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5BCCB-EF8D-4AD3-9C80-4A3BBDFE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90950"/>
            <a:ext cx="390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상세 페이지·SNS 동시 적용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3791A2-83CC-4FA5-B2AD-B13295A8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9095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rPr>
              <a:t>제품 관심도와 콘텐츠 반응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26550-3B5A-47ED-8DDB-7EDEF0B0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2000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12월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9822F-8114-4DCE-A27F-2358D30D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38700"/>
            <a:ext cx="390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패키지 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31AB3B-CCBC-4302-861A-6F7ED3AC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387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rPr>
              <a:t>새로운 디자인의 인지도를 확인</a:t>
            </a:r>
          </a:p>
        </p:txBody>
      </p:sp>
    </p:spTree>
    <p:extLst>
      <p:ext uri="{BB962C8B-B14F-4D97-AF65-F5344CB8AC3E}">
        <p14:creationId xmlns:p14="http://schemas.microsoft.com/office/powerpoint/2010/main" val="356489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2026-09-29T04:15:54.1730000Z</dcterms:created>
  <dcterms:modified xsi:type="dcterms:W3CDTF">2026-09-29T04:15:54.1730000Z</dcterms:modified>
</coreProperties>
</file>