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c926f19bc8479a" /><Relationship Type="http://schemas.openxmlformats.org/officeDocument/2006/relationships/extended-properties" Target="/docProps/app.xml" Id="Rd7368edcfd184dd0" /><Relationship Type="http://schemas.openxmlformats.org/officeDocument/2006/relationships/officeDocument" Target="/ppt/presentation.xml" Id="R09948a9731df45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6ed3d96ed2449c"/>
  </p:sldMasterIdLst>
  <p:notesMasterIdLst>
    <p:notesMasterId xmlns:r="http://schemas.openxmlformats.org/officeDocument/2006/relationships" r:id="R5c91d4f4cecb4e22"/>
  </p:notesMasterIdLst>
  <p:sldIdLst>
    <p:sldId xmlns:r="http://schemas.openxmlformats.org/officeDocument/2006/relationships" id="256" r:id="Rd0ef8ed743bd40d3"/>
    <p:sldId xmlns:r="http://schemas.openxmlformats.org/officeDocument/2006/relationships" id="257" r:id="Rcff06b76a7c1450d"/>
    <p:sldId xmlns:r="http://schemas.openxmlformats.org/officeDocument/2006/relationships" id="258" r:id="Ra8b291423b8846d4"/>
    <p:sldId xmlns:r="http://schemas.openxmlformats.org/officeDocument/2006/relationships" id="259" r:id="R0abaca7dba124a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00b93b4e684755" /><Relationship Type="http://schemas.openxmlformats.org/officeDocument/2006/relationships/slideMaster" Target="/ppt/slideMasters/slideMaster1.xml" Id="Rf56ed3d96ed2449c" /><Relationship Type="http://schemas.openxmlformats.org/officeDocument/2006/relationships/notesMaster" Target="/ppt/notesMasters/notesMaster1.xml" Id="R5c91d4f4cecb4e22" /><Relationship Type="http://schemas.openxmlformats.org/officeDocument/2006/relationships/presProps" Target="/ppt/presProps.xml" Id="R04ae27febeaf4c09" /><Relationship Type="http://schemas.openxmlformats.org/officeDocument/2006/relationships/tableStyles" Target="/ppt/tableStyles.xml" Id="R4309324ee21c400e" /><Relationship Type="http://schemas.openxmlformats.org/officeDocument/2006/relationships/slide" Target="/ppt/slides/slide1.xml" Id="Rd0ef8ed743bd40d3" /><Relationship Type="http://schemas.openxmlformats.org/officeDocument/2006/relationships/slide" Target="/ppt/slides/slide2.xml" Id="Rcff06b76a7c1450d" /><Relationship Type="http://schemas.openxmlformats.org/officeDocument/2006/relationships/slide" Target="/ppt/slides/slide3.xml" Id="Ra8b291423b8846d4" /><Relationship Type="http://schemas.openxmlformats.org/officeDocument/2006/relationships/slide" Target="/ppt/slides/slide4.xml" Id="R0abaca7dba124a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0883439cf54c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ae50c822074123" /><Relationship Type="http://schemas.openxmlformats.org/officeDocument/2006/relationships/notesMaster" Target="/ppt/notesMasters/notesMaster1.xml" Id="R0f2f9ae4ed8749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bf211fb9ad4c69" /><Relationship Type="http://schemas.openxmlformats.org/officeDocument/2006/relationships/notesMaster" Target="/ppt/notesMasters/notesMaster1.xml" Id="Ra667a78f646541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4518cf7b0e4911" /><Relationship Type="http://schemas.openxmlformats.org/officeDocument/2006/relationships/notesMaster" Target="/ppt/notesMasters/notesMaster1.xml" Id="Ra171fd94722248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88246b7a0d4516" /><Relationship Type="http://schemas.openxmlformats.org/officeDocument/2006/relationships/notesMaster" Target="/ppt/notesMasters/notesMaster1.xml" Id="R052a2d77efa143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인터랙션 시연용 가상 브랜드 및 제안 내용.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인터랙션 시연용 가상 브랜드 및 제안 내용.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인터랙션 시연용 가상 브랜드 및 제안 내용.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인터랙션 시연용 가상 브랜드 및 제안 내용.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6626d588141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1f25cc9354514" /><Relationship Type="http://schemas.openxmlformats.org/officeDocument/2006/relationships/slideLayout" Target="/ppt/slideLayouts/slideLayout1.xml" Id="R084bd8684a9b47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4bd8684a9b47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b5498700f488c" /><Relationship Type="http://schemas.openxmlformats.org/officeDocument/2006/relationships/notesSlide" Target="/ppt/notesSlides/notesSlide1.xml" Id="R7b95e0c2318a47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5f1bc7a82484e" /><Relationship Type="http://schemas.openxmlformats.org/officeDocument/2006/relationships/notesSlide" Target="/ppt/notesSlides/notesSlide2.xml" Id="Rd99d5d1f7a074e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4263b5aa045ec" /><Relationship Type="http://schemas.openxmlformats.org/officeDocument/2006/relationships/notesSlide" Target="/ppt/notesSlides/notesSlide3.xml" Id="R97af5adc95234c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c8d2784ea40c9" /><Relationship Type="http://schemas.openxmlformats.org/officeDocument/2006/relationships/notesSlide" Target="/ppt/notesSlides/notesSlide4.xml" Id="Re2018d1e4ea74a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D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BBA3F-B975-42F6-A80C-BDD1AC3F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오온  브랜드 전략 제안     2026.09.23     v7     1 /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45451-8197-43B6-8328-FC4FA743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OOON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6207A-6C57-432B-82B9-7F7E2690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57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브랜드 전략</a:t>
            </a:r>
          </a:p>
          <a:p xmlns:a="http://schemas.openxmlformats.org/drawingml/2006/main">
            <a:pPr>
              <a:defRPr sz="57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57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78D06-8771-432B-933B-1C8270D6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2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매일 쓰는 생활용품 브랜드, 오온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F1BD3-23B7-4DDC-B488-D35A68F0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일상에 오래 남는 선택</a:t>
            </a:r>
          </a:p>
        </p:txBody>
      </p:sp>
    </p:spTree>
    <p:extLst>
      <p:ext uri="{BB962C8B-B14F-4D97-AF65-F5344CB8AC3E}">
        <p14:creationId xmlns:p14="http://schemas.microsoft.com/office/powerpoint/2010/main" val="299816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F372C-F045-44EC-BC7D-DE176BF5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고객과 브랜드의 약속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63F88-5710-4E3B-9F2D-732B269F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오온  브랜드 전략 제안     2026.09.23     v7     2 /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65FFE-C916-4A54-BFF7-45577234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핵심 고객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3929D-21E5-4702-95FB-B981A7CF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857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첫 집을 꾸리는 25~39세</a:t>
            </a:r>
          </a:p>
          <a:p xmlns:a="http://schemas.openxmlformats.org/drawingml/2006/main">
            <a:pPr>
              <a:def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필요한 물건을 신중하게 고르는 고객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EAD65-A0B4-4E1E-9BDD-EE22D49D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브랜드의 약속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4D92F-B3C3-459E-BE70-529AA59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매일 쓰기 편하고</a:t>
            </a:r>
          </a:p>
          <a:p xmlns:a="http://schemas.openxmlformats.org/drawingml/2006/main">
            <a:pPr>
              <a:def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오래 두어도 편안한 생활용품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40DD4-D021-421F-A02E-99AEE4E5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제품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3E447-A8CA-4352-84B9-78D49566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손쉬운 관리와 교체 가능한 부품을 제품 설명에서 구체적으로 안내한다.</a:t>
            </a:r>
          </a:p>
        </p:txBody>
      </p:sp>
    </p:spTree>
    <p:extLst>
      <p:ext uri="{BB962C8B-B14F-4D97-AF65-F5344CB8AC3E}">
        <p14:creationId xmlns:p14="http://schemas.microsoft.com/office/powerpoint/2010/main" val="1558763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BAB17-76E9-4CEE-80BD-9F8107F3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브랜드 메시지와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0F610-F49F-4F62-A9D0-115A8812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오온  브랜드 전략 제안     2026.09.23     v7     3 /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65C55-E2A6-4951-B2CB-8827EDBF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핵심 메시지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4A235-F68D-4445-AA82-53407171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2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일상에 오래 남는 선택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00D19-D11F-47B8-9F1C-76EBCBA0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제품 상세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53FEC-9108-4B39-A1A8-4775D4D6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소재, 관리 방법, 부품 교체 정보를 먼저 안내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F86E6-B9B3-4A62-B966-A9FC89AC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SNS 콘텐츠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63D0D-67DA-438C-8138-4AC719E8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148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실제 사용 장면과 오래 쓰는 관리 팁 소개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ED97-0C90-4508-90D1-A4A539D1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패키지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F09D3-495D-4ADC-9CFC-137556F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사용 안내와 관리 방법으로 이어지는 QR 제공</a:t>
            </a:r>
          </a:p>
        </p:txBody>
      </p:sp>
    </p:spTree>
    <p:extLst>
      <p:ext uri="{BB962C8B-B14F-4D97-AF65-F5344CB8AC3E}">
        <p14:creationId xmlns:p14="http://schemas.microsoft.com/office/powerpoint/2010/main" val="1833461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FFAFA-0BF2-4480-946E-8B8CB454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실행 일정과 확인 항목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57BA3-5594-4C45-80A6-E551D0C1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75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오온  브랜드 전략 제안     2026.09.23     v7     4 /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A0F28-AD59-4A81-8AC3-62C9D035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시기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5C597-BEDC-44B2-B8F0-2D6130F3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395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진행 내용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77108-794D-4B44-BDC6-FBB6C62D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526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확인 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17C14-9415-4557-9C55-571900B4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200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10월 1~2주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7A1B0-6361-4140-80E9-A31125C0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메시지·제품 상세 문구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143BF-99E3-4356-977B-91D3DC78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고객이 소재와 관리 방법을 찾을 수 있는가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AD5E5-17E7-459B-8306-F2903C24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00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10월 3~4주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E6B51-DD47-4991-B59F-D9F08B5C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상세 페이지 시범 적용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486DB-5666-4D86-83AD-20E7EC48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9095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구매 전 문의 항목과 페이지 이탈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94D56-E609-4802-ABA0-F3449AC8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200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11월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69A5B-488C-4B00-9B2B-83620FE0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153E51"/>
                </a:solidFill>
                <a:latin typeface="Droid Sans Fallback"/>
                <a:ea typeface="Droid Sans Fallback"/>
                <a:cs typeface="Droid Sans Fallback"/>
              </a:rPr>
              <a:t>SNS·패키지 순차 적용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37A96-8F2A-44D5-BC4B-6087DD25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387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C7078"/>
                </a:solidFill>
                <a:latin typeface="Droid Sans Fallback"/>
                <a:ea typeface="Droid Sans Fallback"/>
                <a:cs typeface="Droid Sans Fallback"/>
              </a:rPr>
              <a:t>접점마다 같은 약속을 전달하는가</a:t>
            </a:r>
          </a:p>
        </p:txBody>
      </p:sp>
    </p:spTree>
    <p:extLst>
      <p:ext uri="{BB962C8B-B14F-4D97-AF65-F5344CB8AC3E}">
        <p14:creationId xmlns:p14="http://schemas.microsoft.com/office/powerpoint/2010/main" val="684794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2026-09-29T04:15:51.5070000Z</dcterms:created>
  <dcterms:modified xsi:type="dcterms:W3CDTF">2026-09-29T04:15:51.5070000Z</dcterms:modified>
</coreProperties>
</file>