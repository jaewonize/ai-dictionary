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19c8fc8714a99" /><Relationship Type="http://schemas.openxmlformats.org/officeDocument/2006/relationships/extended-properties" Target="/docProps/app.xml" Id="R57f669cdedb143cc" /><Relationship Type="http://schemas.openxmlformats.org/officeDocument/2006/relationships/officeDocument" Target="/ppt/presentation.xml" Id="Re3138156e0124f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9558e71b048d1"/>
  </p:sldMasterIdLst>
  <p:notesMasterIdLst>
    <p:notesMasterId xmlns:r="http://schemas.openxmlformats.org/officeDocument/2006/relationships" r:id="R82f3d82f9eb74cb5"/>
  </p:notesMasterIdLst>
  <p:sldIdLst>
    <p:sldId xmlns:r="http://schemas.openxmlformats.org/officeDocument/2006/relationships" id="256" r:id="R9cd4f20e9b134a63"/>
    <p:sldId xmlns:r="http://schemas.openxmlformats.org/officeDocument/2006/relationships" id="257" r:id="R780ad647f95349fd"/>
    <p:sldId xmlns:r="http://schemas.openxmlformats.org/officeDocument/2006/relationships" id="258" r:id="Rfc0a16dd865c4c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d462616c624883" /><Relationship Type="http://schemas.openxmlformats.org/officeDocument/2006/relationships/slideMaster" Target="/ppt/slideMasters/slideMaster1.xml" Id="R5a19558e71b048d1" /><Relationship Type="http://schemas.openxmlformats.org/officeDocument/2006/relationships/notesMaster" Target="/ppt/notesMasters/notesMaster1.xml" Id="R82f3d82f9eb74cb5" /><Relationship Type="http://schemas.openxmlformats.org/officeDocument/2006/relationships/presProps" Target="/ppt/presProps.xml" Id="Rfb5e9d7286824eeb" /><Relationship Type="http://schemas.openxmlformats.org/officeDocument/2006/relationships/tableStyles" Target="/ppt/tableStyles.xml" Id="R1857c2f7e8504de9" /><Relationship Type="http://schemas.openxmlformats.org/officeDocument/2006/relationships/slide" Target="/ppt/slides/slide1.xml" Id="R9cd4f20e9b134a63" /><Relationship Type="http://schemas.openxmlformats.org/officeDocument/2006/relationships/slide" Target="/ppt/slides/slide2.xml" Id="R780ad647f95349fd" /><Relationship Type="http://schemas.openxmlformats.org/officeDocument/2006/relationships/slide" Target="/ppt/slides/slide3.xml" Id="Rfc0a16dd865c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04156ca7ff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34ec63d1840ab" /><Relationship Type="http://schemas.openxmlformats.org/officeDocument/2006/relationships/notesMaster" Target="/ppt/notesMasters/notesMaster1.xml" Id="Rc6a3728355484e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8176f996034d95" /><Relationship Type="http://schemas.openxmlformats.org/officeDocument/2006/relationships/notesMaster" Target="/ppt/notesMasters/notesMaster1.xml" Id="R62b112024387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dcda366744e51" /><Relationship Type="http://schemas.openxmlformats.org/officeDocument/2006/relationships/notesMaster" Target="/ppt/notesMasters/notesMaster1.xml" Id="Ra40bd4e10f1840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제목: 2027 주거 경험 트렌드</a:t>
            </a:r>
          </a:p>
          <a:p xmlns:a="http://schemas.openxmlformats.org/drawingml/2006/main">
            <a:r>
              <a:t>제목 글꼴: Noto Sans KR / Bold (700) / 60 px</a:t>
            </a:r>
          </a:p>
          <a:p xmlns:a="http://schemas.openxmlformats.org/drawingml/2006/main">
            <a:r>
              <a:t>표지 이미지 원본: 2027_주거경험_표지.png</a:t>
            </a:r>
          </a:p>
          <a:p xmlns:a="http://schemas.openxmlformats.org/drawingml/2006/main">
            <a:r>
              <a:t>이미지는 생성형 AI로 제작한 가상 주거 공간입니다. 제목과 이미지는 별도 편집 객체입니다.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702f39d6643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08c252dd04a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b2c93b19940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14f93c1364a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77164b25e4a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7ae7ccf9340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A42198-9B83-4AC8-994B-93397CD92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8F7070-21C1-4850-A2C8-A2795C4D29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B3D5C5-EB09-457B-B934-8D033AC8B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A0DAC-22A5-4679-8E1A-CE0451B4CD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415755-17A4-494C-A8C5-6D9E2A61D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868D33-A47F-4C4C-B8B9-1C93AF6C7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2E1B4D-EBA4-4E6D-A6CC-D44FDD997C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E02D9C-9327-4AC6-8CAD-F0D8AC9411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8E742E-705D-4A34-BED3-3455D66BD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3B967B-1B8E-4982-BF37-573E646CD8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b300a82458484b" /><Relationship Type="http://schemas.openxmlformats.org/officeDocument/2006/relationships/slideLayout" Target="/ppt/slideLayouts/slideLayout1.xml" Id="R505d9981ed8c4a93" /><Relationship Type="http://schemas.openxmlformats.org/officeDocument/2006/relationships/slideLayout" Target="/ppt/slideLayouts/slideLayout2.xml" Id="R99e14e24975c434b" /><Relationship Type="http://schemas.openxmlformats.org/officeDocument/2006/relationships/slideLayout" Target="/ppt/slideLayouts/slideLayout3.xml" Id="R67be41e2e5c94c9a" /><Relationship Type="http://schemas.openxmlformats.org/officeDocument/2006/relationships/slideLayout" Target="/ppt/slideLayouts/slideLayout4.xml" Id="Re2c6d9b581fb47fa" /><Relationship Type="http://schemas.openxmlformats.org/officeDocument/2006/relationships/slideLayout" Target="/ppt/slideLayouts/slideLayout5.xml" Id="R3591cb13fa714461" /><Relationship Type="http://schemas.openxmlformats.org/officeDocument/2006/relationships/slideLayout" Target="/ppt/slideLayouts/slideLayout6.xml" Id="R1f6bf9dfdf73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d9981ed8c4a93"/>
    <p:sldLayoutId xmlns:r="http://schemas.openxmlformats.org/officeDocument/2006/relationships" id="2147483650" r:id="R99e14e24975c434b"/>
    <p:sldLayoutId xmlns:r="http://schemas.openxmlformats.org/officeDocument/2006/relationships" id="2147483651" r:id="R67be41e2e5c94c9a"/>
    <p:sldLayoutId xmlns:r="http://schemas.openxmlformats.org/officeDocument/2006/relationships" id="2147483652" r:id="Re2c6d9b581fb47fa"/>
    <p:sldLayoutId xmlns:r="http://schemas.openxmlformats.org/officeDocument/2006/relationships" id="2147483653" r:id="R3591cb13fa714461"/>
    <p:sldLayoutId xmlns:r="http://schemas.openxmlformats.org/officeDocument/2006/relationships" id="2147483654" r:id="R1f6bf9dfdf73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579ba5ed34f15" /><Relationship Type="http://schemas.openxmlformats.org/officeDocument/2006/relationships/image" Target="/ppt/media/image.png" Id="R8aa6506834dc4ec0" /><Relationship Type="http://schemas.openxmlformats.org/officeDocument/2006/relationships/notesSlide" Target="/ppt/notesSlides/notesSlide1.xml" Id="R1dd377aba29342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084459f1d421d" /><Relationship Type="http://schemas.openxmlformats.org/officeDocument/2006/relationships/notesSlide" Target="/ppt/notesSlides/notesSlide2.xml" Id="R86d4d27dc3464a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5b89a42d8489f" /><Relationship Type="http://schemas.openxmlformats.org/officeDocument/2006/relationships/notesSlide" Target="/ppt/notesSlides/notesSlide3.xml" Id="R4347ed3ccd9849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E080B-86FC-4394-9400-6882FB0309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6506834dc4e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CB35F58-F599-499E-937B-966C1EEA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LIVING INSIGHTS / 2027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56D2A7-BBE6-4AD1-A317-857813C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191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2027</a:t>
            </a:r>
          </a:p>
          <a:p xmlns:a="http://schemas.openxmlformats.org/drawingml/2006/main">
            <a: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주거 경험</a:t>
            </a:r>
          </a:p>
          <a:p xmlns:a="http://schemas.openxmlformats.org/drawingml/2006/main">
            <a:pPr>
              <a:def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트렌드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9D1BE17-71C9-4C3A-A6F5-B9BA3F57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일상을 바꾸는 집의 역할</a:t>
            </a:r>
          </a:p>
        </p:txBody>
      </p:sp>
      <p:sp>
        <p:nvSpPr>
          <p:cNvPr id="5" name="meeting-date">
            <a:extLst xmlns:a="http://schemas.openxmlformats.org/drawingml/2006/main">
              <a:ext uri="{FF2B5EF4-FFF2-40B4-BE49-F238E27FC236}">
                <a16:creationId xmlns:a16="http://schemas.microsoft.com/office/drawing/2014/main" id="{09FF48EF-F0B2-44AF-A7C4-8F5D732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주거 경험 기획 회의  ·  2026.10.18</a:t>
            </a:r>
          </a:p>
        </p:txBody>
      </p:sp>
    </p:spTree>
    <p:extLst>
      <p:ext uri="{BB962C8B-B14F-4D97-AF65-F5344CB8AC3E}">
        <p14:creationId xmlns:p14="http://schemas.microsoft.com/office/powerpoint/2010/main" val="1286311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D9FD662E-3EB1-4753-9C47-8609AE7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01 / DISCUSSION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243516-8571-49F2-A23D-12231BF9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집에서 보내는 시간의 재설계</a:t>
            </a:r>
          </a:p>
        </p:txBody>
      </p:sp>
      <p:sp>
        <p:nvSpPr>
          <p:cNvPr id="3" name="num0">
            <a:extLst xmlns:a="http://schemas.openxmlformats.org/drawingml/2006/main">
              <a:ext uri="{FF2B5EF4-FFF2-40B4-BE49-F238E27FC236}">
                <a16:creationId xmlns:a16="http://schemas.microsoft.com/office/drawing/2014/main" id="{A4C5CFE9-152C-4D84-8E31-B6E38E9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head0">
            <a:extLst xmlns:a="http://schemas.openxmlformats.org/drawingml/2006/main">
              <a:ext uri="{FF2B5EF4-FFF2-40B4-BE49-F238E27FC236}">
                <a16:creationId xmlns:a16="http://schemas.microsoft.com/office/drawing/2014/main" id="{91351EBC-FE35-416A-B4E9-0F1E3AE7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유연한 공간</a:t>
            </a:r>
          </a:p>
        </p:txBody>
      </p:sp>
      <p:sp>
        <p:nvSpPr>
          <p:cNvPr id="5" name="body0">
            <a:extLst xmlns:a="http://schemas.openxmlformats.org/drawingml/2006/main">
              <a:ext uri="{FF2B5EF4-FFF2-40B4-BE49-F238E27FC236}">
                <a16:creationId xmlns:a16="http://schemas.microsoft.com/office/drawing/2014/main" id="{68136F68-594B-4032-A21B-CEB0006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집중과 휴식이 자연스럽게</a:t>
            </a:r>
          </a:p>
          <a:p xmlns:a="http://schemas.openxmlformats.org/drawingml/2006/main">
            <a: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전환되는 공간 구성</a:t>
            </a:r>
          </a:p>
        </p:txBody>
      </p:sp>
      <p:sp>
        <p:nvSpPr>
          <p:cNvPr id="6" name="num1">
            <a:extLst xmlns:a="http://schemas.openxmlformats.org/drawingml/2006/main">
              <a:ext uri="{FF2B5EF4-FFF2-40B4-BE49-F238E27FC236}">
                <a16:creationId xmlns:a16="http://schemas.microsoft.com/office/drawing/2014/main" id="{172F5A20-3DB3-4D06-A119-FA26B35F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7" name="head1">
            <a:extLst xmlns:a="http://schemas.openxmlformats.org/drawingml/2006/main">
              <a:ext uri="{FF2B5EF4-FFF2-40B4-BE49-F238E27FC236}">
                <a16:creationId xmlns:a16="http://schemas.microsoft.com/office/drawing/2014/main" id="{6F71850C-8351-43A2-AE1C-3636CB29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감각적인 일상</a:t>
            </a:r>
          </a:p>
        </p:txBody>
      </p:sp>
      <p:sp>
        <p:nvSpPr>
          <p:cNvPr id="8" name="body1">
            <a:extLst xmlns:a="http://schemas.openxmlformats.org/drawingml/2006/main">
              <a:ext uri="{FF2B5EF4-FFF2-40B4-BE49-F238E27FC236}">
                <a16:creationId xmlns:a16="http://schemas.microsoft.com/office/drawing/2014/main" id="{9C441779-94ED-431E-ACF4-5D209FE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빛과 소재, 녹지로 만드는</a:t>
            </a:r>
          </a:p>
          <a:p xmlns:a="http://schemas.openxmlformats.org/drawingml/2006/main">
            <a: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편안한 생활 경험</a:t>
            </a:r>
          </a:p>
        </p:txBody>
      </p:sp>
      <p:sp>
        <p:nvSpPr>
          <p:cNvPr id="9" name="num2">
            <a:extLst xmlns:a="http://schemas.openxmlformats.org/drawingml/2006/main">
              <a:ext uri="{FF2B5EF4-FFF2-40B4-BE49-F238E27FC236}">
                <a16:creationId xmlns:a16="http://schemas.microsoft.com/office/drawing/2014/main" id="{20CA1C69-E2D7-408F-84DB-F1B95CBD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79876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" name="head2">
            <a:extLst xmlns:a="http://schemas.openxmlformats.org/drawingml/2006/main">
              <a:ext uri="{FF2B5EF4-FFF2-40B4-BE49-F238E27FC236}">
                <a16:creationId xmlns:a16="http://schemas.microsoft.com/office/drawing/2014/main" id="{4DAA61B9-F7E4-42EE-90E9-AF18CEE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함께하는 시간</a:t>
            </a:r>
          </a:p>
        </p:txBody>
      </p:sp>
      <p:sp>
        <p:nvSpPr>
          <p:cNvPr id="11" name="body2">
            <a:extLst xmlns:a="http://schemas.openxmlformats.org/drawingml/2006/main">
              <a:ext uri="{FF2B5EF4-FFF2-40B4-BE49-F238E27FC236}">
                <a16:creationId xmlns:a16="http://schemas.microsoft.com/office/drawing/2014/main" id="{BC916F0F-F6EA-4F43-A1FA-639518DA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요리와 대화가 이어지는</a:t>
            </a:r>
          </a:p>
          <a:p xmlns:a="http://schemas.openxmlformats.org/drawingml/2006/main">
            <a:pPr>
              <a:def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주방 중심의 연결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D6AB226-29EC-400B-B11E-2BF5FDF9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검토 가설  ·  사용자 인터뷰를 통해 우선순위 확인</a:t>
            </a:r>
          </a:p>
        </p:txBody>
      </p:sp>
    </p:spTree>
    <p:extLst>
      <p:ext uri="{BB962C8B-B14F-4D97-AF65-F5344CB8AC3E}">
        <p14:creationId xmlns:p14="http://schemas.microsoft.com/office/powerpoint/2010/main" val="1130199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BE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24076FDC-FEC7-4BFE-B733-924FA49C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02 / NEXT STEP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DF0DD4-6001-4DD8-A248-1CD9B81F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다음 기획에서 확인할 질문</a:t>
            </a:r>
          </a:p>
        </p:txBody>
      </p:sp>
      <p:sp>
        <p:nvSpPr>
          <p:cNvPr id="3" name="label0">
            <a:extLst xmlns:a="http://schemas.openxmlformats.org/drawingml/2006/main">
              <a:ext uri="{FF2B5EF4-FFF2-40B4-BE49-F238E27FC236}">
                <a16:creationId xmlns:a16="http://schemas.microsoft.com/office/drawing/2014/main" id="{6D32ED39-E5AB-4D58-8EA3-2BDDB882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공간</a:t>
            </a:r>
          </a:p>
        </p:txBody>
      </p:sp>
      <p:sp>
        <p:nvSpPr>
          <p:cNvPr id="4" name="question0">
            <a:extLst xmlns:a="http://schemas.openxmlformats.org/drawingml/2006/main">
              <a:ext uri="{FF2B5EF4-FFF2-40B4-BE49-F238E27FC236}">
                <a16:creationId xmlns:a16="http://schemas.microsoft.com/office/drawing/2014/main" id="{BF4F5D2A-0A5E-4F83-8FFD-5DE91635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28900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사용자는 어떤 순간에 공간을 바꾸고 싶어 할까?</a:t>
            </a:r>
          </a:p>
        </p:txBody>
      </p:sp>
      <p:sp>
        <p:nvSpPr>
          <p:cNvPr id="5" name="label1">
            <a:extLst xmlns:a="http://schemas.openxmlformats.org/drawingml/2006/main">
              <a:ext uri="{FF2B5EF4-FFF2-40B4-BE49-F238E27FC236}">
                <a16:creationId xmlns:a16="http://schemas.microsoft.com/office/drawing/2014/main" id="{329F38C9-004E-4432-B4E1-60A030A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경험</a:t>
            </a:r>
          </a:p>
        </p:txBody>
      </p:sp>
      <p:sp>
        <p:nvSpPr>
          <p:cNvPr id="6" name="question1">
            <a:extLst xmlns:a="http://schemas.openxmlformats.org/drawingml/2006/main">
              <a:ext uri="{FF2B5EF4-FFF2-40B4-BE49-F238E27FC236}">
                <a16:creationId xmlns:a16="http://schemas.microsoft.com/office/drawing/2014/main" id="{0C0A9561-7226-4C96-A0DA-3AB6EDAB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머무르고 싶은 집을 만드는 감각은 무엇일까?</a:t>
            </a:r>
          </a:p>
        </p:txBody>
      </p:sp>
      <p:sp>
        <p:nvSpPr>
          <p:cNvPr id="7" name="label2">
            <a:extLst xmlns:a="http://schemas.openxmlformats.org/drawingml/2006/main">
              <a:ext uri="{FF2B5EF4-FFF2-40B4-BE49-F238E27FC236}">
                <a16:creationId xmlns:a16="http://schemas.microsoft.com/office/drawing/2014/main" id="{452F4455-532E-45CB-97AF-0CEA64B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실행</a:t>
            </a:r>
          </a:p>
        </p:txBody>
      </p:sp>
      <p:sp>
        <p:nvSpPr>
          <p:cNvPr id="8" name="question2">
            <a:extLst xmlns:a="http://schemas.openxmlformats.org/drawingml/2006/main">
              <a:ext uri="{FF2B5EF4-FFF2-40B4-BE49-F238E27FC236}">
                <a16:creationId xmlns:a16="http://schemas.microsoft.com/office/drawing/2014/main" id="{064D0EAF-CCEC-4B1D-842A-2DCE59C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작은 변화로 먼저 검증할 수 있는 아이디어는?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C1F1EB7-1983-4683-88CE-2637907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303A32"/>
                </a:solidFill>
                <a:latin typeface="Noto Sans KR"/>
                <a:ea typeface="Noto Sans KR"/>
                <a:cs typeface="Noto Sans KR"/>
              </a:rPr>
              <a:t>회의 후속 과제  ·  인터뷰 질문 정리 → 콘셉트 비교 → 시안 리뷰</a:t>
            </a:r>
          </a:p>
        </p:txBody>
      </p:sp>
    </p:spTree>
    <p:extLst>
      <p:ext uri="{BB962C8B-B14F-4D97-AF65-F5344CB8AC3E}">
        <p14:creationId xmlns:p14="http://schemas.microsoft.com/office/powerpoint/2010/main" val="384336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2026-10-19T01:16:10.0650000Z</dcterms:created>
  <dcterms:modified xsi:type="dcterms:W3CDTF">2026-10-19T01:16:10.0650000Z</dcterms:modified>
</coreProperties>
</file>